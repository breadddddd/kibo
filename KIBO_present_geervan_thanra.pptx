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09472"/>
            <a:ext cx="12192000" cy="44256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61051" y="2231351"/>
            <a:ext cx="2469896" cy="2554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02584" y="262585"/>
            <a:ext cx="5386831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0020" y="1642313"/>
            <a:ext cx="10120630" cy="2802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gaikindo.or.id/indonesias-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25450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3350"/>
              </a:spcBef>
            </a:pPr>
            <a:r>
              <a:rPr dirty="0" sz="8000" spc="-20">
                <a:solidFill>
                  <a:srgbClr val="FFFFFF"/>
                </a:solidFill>
              </a:rPr>
              <a:t>KIBO</a:t>
            </a:r>
            <a:endParaRPr sz="8000"/>
          </a:p>
          <a:p>
            <a:pPr algn="ctr" marL="4445">
              <a:lnSpc>
                <a:spcPct val="100000"/>
              </a:lnSpc>
              <a:spcBef>
                <a:spcPts val="1780"/>
              </a:spcBef>
            </a:pPr>
            <a:r>
              <a:rPr dirty="0" spc="-55" b="1">
                <a:solidFill>
                  <a:srgbClr val="FFFFFF"/>
                </a:solidFill>
                <a:latin typeface="Yu Gothic"/>
                <a:cs typeface="Yu Gothic"/>
              </a:rPr>
              <a:t>希望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060190" cy="6858000"/>
          </a:xfrm>
          <a:custGeom>
            <a:avLst/>
            <a:gdLst/>
            <a:ahLst/>
            <a:cxnLst/>
            <a:rect l="l" t="t" r="r" b="b"/>
            <a:pathLst>
              <a:path w="4060190" h="6858000">
                <a:moveTo>
                  <a:pt x="4059936" y="0"/>
                </a:moveTo>
                <a:lnTo>
                  <a:pt x="0" y="0"/>
                </a:lnTo>
                <a:lnTo>
                  <a:pt x="0" y="6858000"/>
                </a:lnTo>
                <a:lnTo>
                  <a:pt x="4059936" y="6858000"/>
                </a:lnTo>
                <a:lnTo>
                  <a:pt x="405993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7244" y="1339418"/>
            <a:ext cx="2463800" cy="283210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90"/>
              </a:spcBef>
            </a:pPr>
            <a:r>
              <a:rPr dirty="0" sz="4000" spc="-10">
                <a:solidFill>
                  <a:srgbClr val="FFFFFF"/>
                </a:solidFill>
                <a:latin typeface="Courier New"/>
                <a:cs typeface="Courier New"/>
              </a:rPr>
              <a:t>Workshop </a:t>
            </a:r>
            <a:r>
              <a:rPr dirty="0" sz="4000" spc="-20">
                <a:solidFill>
                  <a:srgbClr val="FFFFFF"/>
                </a:solidFill>
                <a:latin typeface="Courier New"/>
                <a:cs typeface="Courier New"/>
              </a:rPr>
              <a:t>Real Life </a:t>
            </a:r>
            <a:r>
              <a:rPr dirty="0" sz="4000" spc="-10">
                <a:solidFill>
                  <a:srgbClr val="FFFFFF"/>
                </a:solidFill>
                <a:latin typeface="Courier New"/>
                <a:cs typeface="Courier New"/>
              </a:rPr>
              <a:t>Statisti </a:t>
            </a:r>
            <a:r>
              <a:rPr dirty="0" sz="4000" spc="-50">
                <a:solidFill>
                  <a:srgbClr val="FFFFFF"/>
                </a:solidFill>
                <a:latin typeface="Courier New"/>
                <a:cs typeface="Courier New"/>
              </a:rPr>
              <a:t>c</a:t>
            </a:r>
            <a:endParaRPr sz="4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61631" y="185928"/>
            <a:ext cx="2334895" cy="4054475"/>
            <a:chOff x="6961631" y="185928"/>
            <a:chExt cx="2334895" cy="4054475"/>
          </a:xfrm>
        </p:grpSpPr>
        <p:sp>
          <p:nvSpPr>
            <p:cNvPr id="5" name="object 5"/>
            <p:cNvSpPr/>
            <p:nvPr/>
          </p:nvSpPr>
          <p:spPr>
            <a:xfrm>
              <a:off x="8129015" y="2197607"/>
              <a:ext cx="0" cy="2036445"/>
            </a:xfrm>
            <a:custGeom>
              <a:avLst/>
              <a:gdLst/>
              <a:ahLst/>
              <a:cxnLst/>
              <a:rect l="l" t="t" r="r" b="b"/>
              <a:pathLst>
                <a:path w="0" h="2036445">
                  <a:moveTo>
                    <a:pt x="0" y="0"/>
                  </a:moveTo>
                  <a:lnTo>
                    <a:pt x="0" y="2036064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961631" y="185928"/>
              <a:ext cx="2334895" cy="2011680"/>
            </a:xfrm>
            <a:custGeom>
              <a:avLst/>
              <a:gdLst/>
              <a:ahLst/>
              <a:cxnLst/>
              <a:rect l="l" t="t" r="r" b="b"/>
              <a:pathLst>
                <a:path w="2334895" h="2011680">
                  <a:moveTo>
                    <a:pt x="2334768" y="0"/>
                  </a:moveTo>
                  <a:lnTo>
                    <a:pt x="0" y="0"/>
                  </a:lnTo>
                  <a:lnTo>
                    <a:pt x="0" y="2011680"/>
                  </a:lnTo>
                  <a:lnTo>
                    <a:pt x="2334768" y="2011680"/>
                  </a:lnTo>
                  <a:lnTo>
                    <a:pt x="233476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224009" y="6104331"/>
            <a:ext cx="2834005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Arial MT"/>
                <a:cs typeface="Arial MT"/>
                <a:hlinkClick r:id="rId2"/>
              </a:rPr>
              <a:t>https://www.gaikindo.or.id/indonesias-</a:t>
            </a:r>
            <a:r>
              <a:rPr dirty="0" sz="1300" spc="-10">
                <a:latin typeface="Arial MT"/>
                <a:cs typeface="Arial MT"/>
              </a:rPr>
              <a:t>vehicle-retail-sales-</a:t>
            </a:r>
            <a:r>
              <a:rPr dirty="0" sz="1300" spc="-20">
                <a:latin typeface="Arial MT"/>
                <a:cs typeface="Arial MT"/>
              </a:rPr>
              <a:t>january-</a:t>
            </a:r>
            <a:r>
              <a:rPr dirty="0" sz="1300">
                <a:latin typeface="Arial MT"/>
                <a:cs typeface="Arial MT"/>
              </a:rPr>
              <a:t>december-</a:t>
            </a:r>
            <a:r>
              <a:rPr dirty="0" sz="1300" spc="-10">
                <a:latin typeface="Arial MT"/>
                <a:cs typeface="Arial MT"/>
              </a:rPr>
              <a:t>2025/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61103" y="2624327"/>
            <a:ext cx="2856230" cy="1332230"/>
          </a:xfrm>
          <a:prstGeom prst="rect">
            <a:avLst/>
          </a:prstGeom>
          <a:solidFill>
            <a:srgbClr val="F8F9FB"/>
          </a:solidFill>
        </p:spPr>
        <p:txBody>
          <a:bodyPr wrap="square" lIns="0" tIns="156210" rIns="0" bIns="0" rtlCol="0" vert="horz">
            <a:spAutoFit/>
          </a:bodyPr>
          <a:lstStyle/>
          <a:p>
            <a:pPr marL="296545">
              <a:lnSpc>
                <a:spcPct val="100000"/>
              </a:lnSpc>
              <a:spcBef>
                <a:spcPts val="1230"/>
              </a:spcBef>
            </a:pPr>
            <a:r>
              <a:rPr dirty="0" sz="4000" spc="-25" b="1">
                <a:solidFill>
                  <a:srgbClr val="D61820"/>
                </a:solidFill>
                <a:latin typeface="Arial"/>
                <a:cs typeface="Arial"/>
              </a:rPr>
              <a:t>297</a:t>
            </a:r>
            <a:endParaRPr sz="4000">
              <a:latin typeface="Arial"/>
              <a:cs typeface="Arial"/>
            </a:endParaRPr>
          </a:p>
          <a:p>
            <a:pPr marL="296545">
              <a:lnSpc>
                <a:spcPct val="100000"/>
              </a:lnSpc>
              <a:spcBef>
                <a:spcPts val="875"/>
              </a:spcBef>
            </a:pPr>
            <a:r>
              <a:rPr dirty="0" sz="1300" spc="-40">
                <a:solidFill>
                  <a:srgbClr val="1E293A"/>
                </a:solidFill>
                <a:latin typeface="Arial MT"/>
                <a:cs typeface="Arial MT"/>
              </a:rPr>
              <a:t>Total</a:t>
            </a:r>
            <a:r>
              <a:rPr dirty="0" sz="1300" spc="-5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E293A"/>
                </a:solidFill>
                <a:latin typeface="Arial MT"/>
                <a:cs typeface="Arial MT"/>
              </a:rPr>
              <a:t>Authorized</a:t>
            </a:r>
            <a:r>
              <a:rPr dirty="0" sz="1300" spc="-5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E293A"/>
                </a:solidFill>
                <a:latin typeface="Arial MT"/>
                <a:cs typeface="Arial MT"/>
              </a:rPr>
              <a:t>Dealers</a:t>
            </a:r>
            <a:r>
              <a:rPr dirty="0" sz="1300" spc="-4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300" spc="-50">
                <a:solidFill>
                  <a:srgbClr val="1E293A"/>
                </a:solidFill>
                <a:latin typeface="Arial MT"/>
                <a:cs typeface="Arial MT"/>
              </a:rPr>
              <a:t>&amp;</a:t>
            </a:r>
            <a:endParaRPr sz="1300">
              <a:latin typeface="Arial MT"/>
              <a:cs typeface="Arial MT"/>
            </a:endParaRPr>
          </a:p>
          <a:p>
            <a:pPr marL="296545">
              <a:lnSpc>
                <a:spcPct val="100000"/>
              </a:lnSpc>
            </a:pPr>
            <a:r>
              <a:rPr dirty="0" sz="1300">
                <a:solidFill>
                  <a:srgbClr val="1E293A"/>
                </a:solidFill>
                <a:latin typeface="Arial MT"/>
                <a:cs typeface="Arial MT"/>
              </a:rPr>
              <a:t>Service</a:t>
            </a:r>
            <a:r>
              <a:rPr dirty="0" sz="1300" spc="-7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E293A"/>
                </a:solidFill>
                <a:latin typeface="Arial MT"/>
                <a:cs typeface="Arial MT"/>
              </a:rPr>
              <a:t>Centers</a:t>
            </a:r>
            <a:r>
              <a:rPr dirty="0" sz="1300" spc="-3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E293A"/>
                </a:solidFill>
                <a:latin typeface="Arial MT"/>
                <a:cs typeface="Arial MT"/>
              </a:rPr>
              <a:t>nationwide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61103" y="185928"/>
            <a:ext cx="2331720" cy="2011680"/>
          </a:xfrm>
          <a:prstGeom prst="rect">
            <a:avLst/>
          </a:prstGeom>
          <a:solidFill>
            <a:srgbClr val="F8F9FB"/>
          </a:solidFill>
        </p:spPr>
        <p:txBody>
          <a:bodyPr wrap="square" lIns="0" tIns="307340" rIns="0" bIns="0" rtlCol="0" vert="horz">
            <a:spAutoFit/>
          </a:bodyPr>
          <a:lstStyle/>
          <a:p>
            <a:pPr marL="366395">
              <a:lnSpc>
                <a:spcPct val="100000"/>
              </a:lnSpc>
              <a:spcBef>
                <a:spcPts val="2420"/>
              </a:spcBef>
            </a:pPr>
            <a:r>
              <a:rPr dirty="0" sz="4000" spc="-20" b="1">
                <a:solidFill>
                  <a:srgbClr val="D61820"/>
                </a:solidFill>
                <a:latin typeface="Arial"/>
                <a:cs typeface="Arial"/>
              </a:rPr>
              <a:t>8.5%</a:t>
            </a:r>
            <a:endParaRPr sz="4000">
              <a:latin typeface="Arial"/>
              <a:cs typeface="Arial"/>
            </a:endParaRPr>
          </a:p>
          <a:p>
            <a:pPr algn="just" marL="366395" marR="318135">
              <a:lnSpc>
                <a:spcPct val="100000"/>
              </a:lnSpc>
              <a:spcBef>
                <a:spcPts val="875"/>
              </a:spcBef>
            </a:pPr>
            <a:r>
              <a:rPr dirty="0" sz="1300">
                <a:solidFill>
                  <a:srgbClr val="1E293A"/>
                </a:solidFill>
                <a:latin typeface="Arial MT"/>
                <a:cs typeface="Arial MT"/>
              </a:rPr>
              <a:t>National</a:t>
            </a:r>
            <a:r>
              <a:rPr dirty="0" sz="1300" spc="-4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E293A"/>
                </a:solidFill>
                <a:latin typeface="Arial MT"/>
                <a:cs typeface="Arial MT"/>
              </a:rPr>
              <a:t>Market</a:t>
            </a:r>
            <a:r>
              <a:rPr dirty="0" sz="1300" spc="-4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300" spc="-20">
                <a:solidFill>
                  <a:srgbClr val="1E293A"/>
                </a:solidFill>
                <a:latin typeface="Arial MT"/>
                <a:cs typeface="Arial MT"/>
              </a:rPr>
              <a:t>Share </a:t>
            </a:r>
            <a:r>
              <a:rPr dirty="0" sz="1300">
                <a:solidFill>
                  <a:srgbClr val="1E293A"/>
                </a:solidFill>
                <a:latin typeface="Arial MT"/>
                <a:cs typeface="Arial MT"/>
              </a:rPr>
              <a:t>achieved</a:t>
            </a:r>
            <a:r>
              <a:rPr dirty="0" sz="1300" spc="-2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E293A"/>
                </a:solidFill>
                <a:latin typeface="Arial MT"/>
                <a:cs typeface="Arial MT"/>
              </a:rPr>
              <a:t>in</a:t>
            </a:r>
            <a:r>
              <a:rPr dirty="0" sz="1300" spc="-4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E293A"/>
                </a:solidFill>
                <a:latin typeface="Arial MT"/>
                <a:cs typeface="Arial MT"/>
              </a:rPr>
              <a:t>Indonesia (2025)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17740" y="197827"/>
            <a:ext cx="1686560" cy="1608455"/>
          </a:xfrm>
          <a:prstGeom prst="rect">
            <a:avLst/>
          </a:prstGeom>
        </p:spPr>
        <p:txBody>
          <a:bodyPr wrap="square" lIns="0" tIns="297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dirty="0" sz="3600" spc="-10" b="1">
                <a:solidFill>
                  <a:srgbClr val="D61820"/>
                </a:solidFill>
                <a:latin typeface="Arial"/>
                <a:cs typeface="Arial"/>
              </a:rPr>
              <a:t>70,000+</a:t>
            </a:r>
            <a:endParaRPr sz="3600">
              <a:latin typeface="Arial"/>
              <a:cs typeface="Arial"/>
            </a:endParaRPr>
          </a:p>
          <a:p>
            <a:pPr marL="12700" marR="88265">
              <a:lnSpc>
                <a:spcPct val="100000"/>
              </a:lnSpc>
              <a:spcBef>
                <a:spcPts val="860"/>
              </a:spcBef>
            </a:pP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Retail</a:t>
            </a:r>
            <a:r>
              <a:rPr dirty="0" sz="1400" spc="-3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Sales</a:t>
            </a:r>
            <a:r>
              <a:rPr dirty="0" sz="1400" spc="-4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E293A"/>
                </a:solidFill>
                <a:latin typeface="Arial MT"/>
                <a:cs typeface="Arial MT"/>
              </a:rPr>
              <a:t>Units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recorded</a:t>
            </a:r>
            <a:r>
              <a:rPr dirty="0" sz="1400" spc="-6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within</a:t>
            </a:r>
            <a:r>
              <a:rPr dirty="0" sz="1400" spc="-6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1E293A"/>
                </a:solidFill>
                <a:latin typeface="Arial MT"/>
                <a:cs typeface="Arial MT"/>
              </a:rPr>
              <a:t>a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single</a:t>
            </a:r>
            <a:r>
              <a:rPr dirty="0" sz="1400" spc="-7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calendar</a:t>
            </a:r>
            <a:r>
              <a:rPr dirty="0" sz="1400" spc="-6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E293A"/>
                </a:solidFill>
                <a:latin typeface="Arial MT"/>
                <a:cs typeface="Arial MT"/>
              </a:rPr>
              <a:t>year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70719" y="185928"/>
            <a:ext cx="45720" cy="2011680"/>
          </a:xfrm>
          <a:custGeom>
            <a:avLst/>
            <a:gdLst/>
            <a:ahLst/>
            <a:cxnLst/>
            <a:rect l="l" t="t" r="r" b="b"/>
            <a:pathLst>
              <a:path w="45720" h="2011680">
                <a:moveTo>
                  <a:pt x="45720" y="0"/>
                </a:moveTo>
                <a:lnTo>
                  <a:pt x="0" y="0"/>
                </a:lnTo>
                <a:lnTo>
                  <a:pt x="0" y="2011680"/>
                </a:lnTo>
                <a:lnTo>
                  <a:pt x="45720" y="2011680"/>
                </a:lnTo>
                <a:lnTo>
                  <a:pt x="45720" y="0"/>
                </a:lnTo>
                <a:close/>
              </a:path>
            </a:pathLst>
          </a:custGeom>
          <a:solidFill>
            <a:srgbClr val="D618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746742" y="195840"/>
            <a:ext cx="1946910" cy="19869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96520">
              <a:lnSpc>
                <a:spcPct val="129700"/>
              </a:lnSpc>
              <a:spcBef>
                <a:spcPts val="95"/>
              </a:spcBef>
            </a:pP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Despite</a:t>
            </a:r>
            <a:r>
              <a:rPr dirty="0" sz="1100" spc="-6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intensive</a:t>
            </a:r>
            <a:r>
              <a:rPr dirty="0" sz="1100" spc="-5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E293A"/>
                </a:solidFill>
                <a:latin typeface="Arial MT"/>
                <a:cs typeface="Arial MT"/>
              </a:rPr>
              <a:t>market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challenges,</a:t>
            </a:r>
            <a:r>
              <a:rPr dirty="0" sz="1100" spc="-4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E293A"/>
                </a:solidFill>
                <a:latin typeface="Arial MT"/>
                <a:cs typeface="Arial MT"/>
              </a:rPr>
              <a:t>Mitsubishi</a:t>
            </a:r>
            <a:r>
              <a:rPr dirty="0" sz="1100" spc="-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E293A"/>
                </a:solidFill>
                <a:latin typeface="Arial MT"/>
                <a:cs typeface="Arial MT"/>
              </a:rPr>
              <a:t>Motors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successfully</a:t>
            </a:r>
            <a:r>
              <a:rPr dirty="0" sz="1100" spc="-7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increased</a:t>
            </a:r>
            <a:r>
              <a:rPr dirty="0" sz="1100" spc="-7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E293A"/>
                </a:solidFill>
                <a:latin typeface="Arial MT"/>
                <a:cs typeface="Arial MT"/>
              </a:rPr>
              <a:t>its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commercial</a:t>
            </a:r>
            <a:r>
              <a:rPr dirty="0" sz="1100" spc="-3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footprint.</a:t>
            </a:r>
            <a:r>
              <a:rPr dirty="0" sz="1100" spc="-9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1E293A"/>
                </a:solidFill>
                <a:latin typeface="Arial MT"/>
                <a:cs typeface="Arial MT"/>
              </a:rPr>
              <a:t>This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30100"/>
              </a:lnSpc>
              <a:spcBef>
                <a:spcPts val="10"/>
              </a:spcBef>
            </a:pPr>
            <a:r>
              <a:rPr dirty="0" sz="1100" spc="-10">
                <a:solidFill>
                  <a:srgbClr val="1E293A"/>
                </a:solidFill>
                <a:latin typeface="Arial MT"/>
                <a:cs typeface="Arial MT"/>
              </a:rPr>
              <a:t>high-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volume</a:t>
            </a:r>
            <a:r>
              <a:rPr dirty="0" sz="1100" spc="2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E293A"/>
                </a:solidFill>
                <a:latin typeface="Arial MT"/>
                <a:cs typeface="Arial MT"/>
              </a:rPr>
              <a:t>acquisition </a:t>
            </a:r>
            <a:r>
              <a:rPr dirty="0" sz="1100" spc="-20">
                <a:solidFill>
                  <a:srgbClr val="1E293A"/>
                </a:solidFill>
                <a:latin typeface="Arial MT"/>
                <a:cs typeface="Arial MT"/>
              </a:rPr>
              <a:t>means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that</a:t>
            </a:r>
            <a:r>
              <a:rPr dirty="0" sz="1100" spc="-1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the</a:t>
            </a:r>
            <a:r>
              <a:rPr dirty="0" sz="1100" spc="-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E293A"/>
                </a:solidFill>
                <a:latin typeface="Arial MT"/>
                <a:cs typeface="Arial MT"/>
              </a:rPr>
              <a:t>cumulative</a:t>
            </a:r>
            <a:r>
              <a:rPr dirty="0" sz="1100" spc="-3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pool</a:t>
            </a:r>
            <a:r>
              <a:rPr dirty="0" sz="1100" spc="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E293A"/>
                </a:solidFill>
                <a:latin typeface="Arial MT"/>
                <a:cs typeface="Arial MT"/>
              </a:rPr>
              <a:t>of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vehicles</a:t>
            </a:r>
            <a:r>
              <a:rPr dirty="0" sz="1100" spc="-5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requiring</a:t>
            </a:r>
            <a:r>
              <a:rPr dirty="0" sz="1100" spc="-6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E293A"/>
                </a:solidFill>
                <a:latin typeface="Arial MT"/>
                <a:cs typeface="Arial MT"/>
              </a:rPr>
              <a:t>downstream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service</a:t>
            </a:r>
            <a:r>
              <a:rPr dirty="0" sz="1100" spc="-4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compounding</a:t>
            </a:r>
            <a:r>
              <a:rPr dirty="0" sz="1100" spc="-8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1E293A"/>
                </a:solidFill>
                <a:latin typeface="Arial MT"/>
                <a:cs typeface="Arial MT"/>
              </a:rPr>
              <a:t>grows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exponentially</a:t>
            </a:r>
            <a:r>
              <a:rPr dirty="0" sz="1100" spc="-2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year-</a:t>
            </a:r>
            <a:r>
              <a:rPr dirty="0" sz="1100" spc="-10">
                <a:solidFill>
                  <a:srgbClr val="1E293A"/>
                </a:solidFill>
                <a:latin typeface="Arial MT"/>
                <a:cs typeface="Arial MT"/>
              </a:rPr>
              <a:t>over-</a:t>
            </a:r>
            <a:r>
              <a:rPr dirty="0" sz="1100" spc="-20">
                <a:solidFill>
                  <a:srgbClr val="1E293A"/>
                </a:solidFill>
                <a:latin typeface="Arial MT"/>
                <a:cs typeface="Arial MT"/>
              </a:rPr>
              <a:t>year.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61103" y="2624327"/>
            <a:ext cx="4718685" cy="3834765"/>
            <a:chOff x="4261103" y="2624327"/>
            <a:chExt cx="4718685" cy="3834765"/>
          </a:xfrm>
        </p:grpSpPr>
        <p:sp>
          <p:nvSpPr>
            <p:cNvPr id="14" name="object 14"/>
            <p:cNvSpPr/>
            <p:nvPr/>
          </p:nvSpPr>
          <p:spPr>
            <a:xfrm>
              <a:off x="7318247" y="2624327"/>
              <a:ext cx="45720" cy="1332230"/>
            </a:xfrm>
            <a:custGeom>
              <a:avLst/>
              <a:gdLst/>
              <a:ahLst/>
              <a:cxnLst/>
              <a:rect l="l" t="t" r="r" b="b"/>
              <a:pathLst>
                <a:path w="45720" h="1332229">
                  <a:moveTo>
                    <a:pt x="45720" y="0"/>
                  </a:moveTo>
                  <a:lnTo>
                    <a:pt x="0" y="0"/>
                  </a:lnTo>
                  <a:lnTo>
                    <a:pt x="0" y="1331976"/>
                  </a:lnTo>
                  <a:lnTo>
                    <a:pt x="45720" y="1331976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D61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261103" y="4233672"/>
              <a:ext cx="4718685" cy="2225040"/>
            </a:xfrm>
            <a:custGeom>
              <a:avLst/>
              <a:gdLst/>
              <a:ahLst/>
              <a:cxnLst/>
              <a:rect l="l" t="t" r="r" b="b"/>
              <a:pathLst>
                <a:path w="4718684" h="2225040">
                  <a:moveTo>
                    <a:pt x="4718304" y="0"/>
                  </a:moveTo>
                  <a:lnTo>
                    <a:pt x="0" y="0"/>
                  </a:lnTo>
                  <a:lnTo>
                    <a:pt x="0" y="2225040"/>
                  </a:lnTo>
                  <a:lnTo>
                    <a:pt x="4718304" y="2225040"/>
                  </a:lnTo>
                  <a:lnTo>
                    <a:pt x="471830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525639" y="2633732"/>
            <a:ext cx="2781300" cy="1331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900"/>
              </a:lnSpc>
              <a:spcBef>
                <a:spcPts val="95"/>
              </a:spcBef>
            </a:pP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Mitsubishi</a:t>
            </a:r>
            <a:r>
              <a:rPr dirty="0" sz="1100" spc="-1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relies</a:t>
            </a:r>
            <a:r>
              <a:rPr dirty="0" sz="1100" spc="-3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on</a:t>
            </a:r>
            <a:r>
              <a:rPr dirty="0" sz="1100" spc="-2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a</a:t>
            </a:r>
            <a:r>
              <a:rPr dirty="0" sz="1100" spc="-2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network</a:t>
            </a:r>
            <a:r>
              <a:rPr dirty="0" sz="1100" spc="-5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of</a:t>
            </a:r>
            <a:r>
              <a:rPr dirty="0" sz="1100" spc="-5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just</a:t>
            </a:r>
            <a:r>
              <a:rPr dirty="0" sz="1100" spc="-25">
                <a:solidFill>
                  <a:srgbClr val="1E293A"/>
                </a:solidFill>
                <a:latin typeface="Arial MT"/>
                <a:cs typeface="Arial MT"/>
              </a:rPr>
              <a:t> 297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authorized</a:t>
            </a:r>
            <a:r>
              <a:rPr dirty="0" sz="1100" spc="-6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centers</a:t>
            </a:r>
            <a:r>
              <a:rPr dirty="0" sz="1100" spc="-7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to</a:t>
            </a:r>
            <a:r>
              <a:rPr dirty="0" sz="1100" spc="-1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service</a:t>
            </a:r>
            <a:r>
              <a:rPr dirty="0" sz="1100" spc="-3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the</a:t>
            </a:r>
            <a:r>
              <a:rPr dirty="0" sz="1100" spc="-3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E293A"/>
                </a:solidFill>
                <a:latin typeface="Arial MT"/>
                <a:cs typeface="Arial MT"/>
              </a:rPr>
              <a:t>entire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national</a:t>
            </a:r>
            <a:r>
              <a:rPr dirty="0" sz="1100" spc="-7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fleet;</a:t>
            </a:r>
            <a:r>
              <a:rPr dirty="0" sz="1100" spc="-5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Out</a:t>
            </a:r>
            <a:r>
              <a:rPr dirty="0" sz="1100" spc="-2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of</a:t>
            </a:r>
            <a:r>
              <a:rPr dirty="0" sz="1100" spc="-2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these</a:t>
            </a:r>
            <a:r>
              <a:rPr dirty="0" sz="1100" spc="-2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297</a:t>
            </a:r>
            <a:r>
              <a:rPr dirty="0" sz="1100" spc="-2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locations,</a:t>
            </a:r>
            <a:r>
              <a:rPr dirty="0" sz="1100" spc="-5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E293A"/>
                </a:solidFill>
                <a:latin typeface="Arial MT"/>
                <a:cs typeface="Arial MT"/>
              </a:rPr>
              <a:t>not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all</a:t>
            </a:r>
            <a:r>
              <a:rPr dirty="0" sz="1100" spc="-1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facilities</a:t>
            </a:r>
            <a:r>
              <a:rPr dirty="0" sz="1100" spc="-5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are</a:t>
            </a:r>
            <a:r>
              <a:rPr dirty="0" sz="1100" spc="-1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equipped</a:t>
            </a:r>
            <a:r>
              <a:rPr dirty="0" sz="1100" spc="-8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to</a:t>
            </a:r>
            <a:r>
              <a:rPr dirty="0" sz="1100" spc="-1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handle</a:t>
            </a:r>
            <a:r>
              <a:rPr dirty="0" sz="1100" spc="-6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E293A"/>
                </a:solidFill>
                <a:latin typeface="Arial MT"/>
                <a:cs typeface="Arial MT"/>
              </a:rPr>
              <a:t>complex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mechanical</a:t>
            </a:r>
            <a:r>
              <a:rPr dirty="0" sz="1100" spc="-5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services,</a:t>
            </a:r>
            <a:r>
              <a:rPr dirty="0" sz="1100" spc="-4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paint,</a:t>
            </a:r>
            <a:r>
              <a:rPr dirty="0" sz="1100" spc="-4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or</a:t>
            </a:r>
            <a:r>
              <a:rPr dirty="0" sz="1100" spc="-3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E293A"/>
                </a:solidFill>
                <a:latin typeface="Arial MT"/>
                <a:cs typeface="Arial MT"/>
              </a:rPr>
              <a:t>advanced </a:t>
            </a:r>
            <a:r>
              <a:rPr dirty="0" sz="1100">
                <a:solidFill>
                  <a:srgbClr val="1E293A"/>
                </a:solidFill>
                <a:latin typeface="Arial MT"/>
                <a:cs typeface="Arial MT"/>
              </a:rPr>
              <a:t>component</a:t>
            </a:r>
            <a:r>
              <a:rPr dirty="0" sz="1100" spc="-6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E293A"/>
                </a:solidFill>
                <a:latin typeface="Arial MT"/>
                <a:cs typeface="Arial MT"/>
              </a:rPr>
              <a:t>repairs.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44948" y="4349622"/>
            <a:ext cx="3597910" cy="18776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solidFill>
                  <a:srgbClr val="1E293A"/>
                </a:solidFill>
                <a:latin typeface="Arial"/>
                <a:cs typeface="Arial"/>
              </a:rPr>
              <a:t>High</a:t>
            </a:r>
            <a:r>
              <a:rPr dirty="0" sz="2000" spc="-50" b="1">
                <a:solidFill>
                  <a:srgbClr val="1E293A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E293A"/>
                </a:solidFill>
                <a:latin typeface="Arial"/>
                <a:cs typeface="Arial"/>
              </a:rPr>
              <a:t>Ratio</a:t>
            </a:r>
            <a:r>
              <a:rPr dirty="0" sz="2000" spc="-20" b="1">
                <a:solidFill>
                  <a:srgbClr val="1E293A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E293A"/>
                </a:solidFill>
                <a:latin typeface="Arial"/>
                <a:cs typeface="Arial"/>
              </a:rPr>
              <a:t>Imbalance</a:t>
            </a:r>
            <a:endParaRPr sz="2000">
              <a:latin typeface="Arial"/>
              <a:cs typeface="Arial"/>
            </a:endParaRPr>
          </a:p>
          <a:p>
            <a:pPr marL="12700" marR="96520">
              <a:lnSpc>
                <a:spcPct val="130100"/>
              </a:lnSpc>
              <a:spcBef>
                <a:spcPts val="855"/>
              </a:spcBef>
            </a:pP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massive</a:t>
            </a:r>
            <a:r>
              <a:rPr dirty="0" sz="1000" spc="-6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volume</a:t>
            </a:r>
            <a:r>
              <a:rPr dirty="0" sz="1000" spc="-8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mismatch</a:t>
            </a:r>
            <a:r>
              <a:rPr dirty="0" sz="1000" spc="-6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creates</a:t>
            </a:r>
            <a:r>
              <a:rPr dirty="0" sz="1000" spc="-2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an</a:t>
            </a:r>
            <a:r>
              <a:rPr dirty="0" sz="1000" spc="-10">
                <a:solidFill>
                  <a:srgbClr val="1E293A"/>
                </a:solidFill>
                <a:latin typeface="Arial MT"/>
                <a:cs typeface="Arial MT"/>
              </a:rPr>
              <a:t> intense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administrative</a:t>
            </a:r>
            <a:r>
              <a:rPr dirty="0" sz="1000" spc="-7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burden</a:t>
            </a:r>
            <a:r>
              <a:rPr dirty="0" sz="1000" spc="-1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directly</a:t>
            </a:r>
            <a:r>
              <a:rPr dirty="0" sz="1000" spc="-6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on</a:t>
            </a:r>
            <a:r>
              <a:rPr dirty="0" sz="1000" spc="-1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field</a:t>
            </a:r>
            <a:r>
              <a:rPr dirty="0" sz="1000" spc="-6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mechanics.</a:t>
            </a:r>
            <a:r>
              <a:rPr dirty="0" sz="1000" spc="-5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E293A"/>
                </a:solidFill>
                <a:latin typeface="Arial MT"/>
                <a:cs typeface="Arial MT"/>
              </a:rPr>
              <a:t>Technicians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spend significant</a:t>
            </a:r>
            <a:r>
              <a:rPr dirty="0" sz="1000" spc="-7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fractions</a:t>
            </a:r>
            <a:r>
              <a:rPr dirty="0" sz="1000" spc="-9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of</a:t>
            </a:r>
            <a:r>
              <a:rPr dirty="0" sz="1000" spc="-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their</a:t>
            </a:r>
            <a:r>
              <a:rPr dirty="0" sz="1000" spc="-3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billable</a:t>
            </a:r>
            <a:r>
              <a:rPr dirty="0" sz="1000" spc="-7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hours</a:t>
            </a:r>
            <a:r>
              <a:rPr dirty="0" sz="1000" spc="-1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searching</a:t>
            </a:r>
            <a:r>
              <a:rPr dirty="0" sz="1000" spc="-2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E293A"/>
                </a:solidFill>
                <a:latin typeface="Arial MT"/>
                <a:cs typeface="Arial MT"/>
              </a:rPr>
              <a:t>and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procuring</a:t>
            </a:r>
            <a:r>
              <a:rPr dirty="0" sz="1000" spc="-5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components</a:t>
            </a:r>
            <a:r>
              <a:rPr dirty="0" sz="1000" spc="-6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rather</a:t>
            </a:r>
            <a:r>
              <a:rPr dirty="0" sz="1000" spc="-1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than</a:t>
            </a:r>
            <a:r>
              <a:rPr dirty="0" sz="1000" spc="-2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fixing</a:t>
            </a:r>
            <a:r>
              <a:rPr dirty="0" sz="1000" spc="-9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E293A"/>
                </a:solidFill>
                <a:latin typeface="Arial MT"/>
                <a:cs typeface="Arial MT"/>
              </a:rPr>
              <a:t>vehicles.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30000"/>
              </a:lnSpc>
              <a:spcBef>
                <a:spcPts val="409"/>
              </a:spcBef>
            </a:pP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This</a:t>
            </a:r>
            <a:r>
              <a:rPr dirty="0" sz="1000" spc="-3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has</a:t>
            </a:r>
            <a:r>
              <a:rPr dirty="0" sz="1000" spc="-1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not factor</a:t>
            </a:r>
            <a:r>
              <a:rPr dirty="0" sz="1000" spc="-6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in</a:t>
            </a:r>
            <a:r>
              <a:rPr dirty="0" sz="1000" spc="-1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that</a:t>
            </a:r>
            <a:r>
              <a:rPr dirty="0" sz="1000" spc="-2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workflow</a:t>
            </a:r>
            <a:r>
              <a:rPr dirty="0" sz="1000" spc="-4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bottleneck</a:t>
            </a:r>
            <a:r>
              <a:rPr dirty="0" sz="1000" spc="-5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E293A"/>
                </a:solidFill>
                <a:latin typeface="Arial MT"/>
                <a:cs typeface="Arial MT"/>
              </a:rPr>
              <a:t>intensifies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drastically</a:t>
            </a:r>
            <a:r>
              <a:rPr dirty="0" sz="1000" spc="-6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prior</a:t>
            </a:r>
            <a:r>
              <a:rPr dirty="0" sz="1000" spc="-1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to</a:t>
            </a:r>
            <a:r>
              <a:rPr dirty="0" sz="1000" spc="-1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major</a:t>
            </a:r>
            <a:r>
              <a:rPr dirty="0" sz="1000" spc="-3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national</a:t>
            </a:r>
            <a:r>
              <a:rPr dirty="0" sz="1000" spc="-5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festive</a:t>
            </a:r>
            <a:r>
              <a:rPr dirty="0" sz="1000" spc="-9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events,</a:t>
            </a:r>
            <a:r>
              <a:rPr dirty="0" sz="1000" spc="-5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such</a:t>
            </a:r>
            <a:r>
              <a:rPr dirty="0" sz="1000" spc="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as</a:t>
            </a:r>
            <a:r>
              <a:rPr dirty="0" sz="1000" spc="-1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Mudik</a:t>
            </a:r>
            <a:r>
              <a:rPr dirty="0" sz="1000" spc="-3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1E293A"/>
                </a:solidFill>
                <a:latin typeface="Arial MT"/>
                <a:cs typeface="Arial MT"/>
              </a:rPr>
              <a:t>/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Lebaran</a:t>
            </a:r>
            <a:r>
              <a:rPr dirty="0" sz="1000" spc="-4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and</a:t>
            </a:r>
            <a:r>
              <a:rPr dirty="0" sz="1000" spc="-4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E293A"/>
                </a:solidFill>
                <a:latin typeface="Arial MT"/>
                <a:cs typeface="Arial MT"/>
              </a:rPr>
              <a:t>Christmas</a:t>
            </a:r>
            <a:r>
              <a:rPr dirty="0" sz="1000" spc="-5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E293A"/>
                </a:solidFill>
                <a:latin typeface="Arial MT"/>
                <a:cs typeface="Arial MT"/>
              </a:rPr>
              <a:t>holidays.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1115695"/>
          </a:xfrm>
          <a:custGeom>
            <a:avLst/>
            <a:gdLst/>
            <a:ahLst/>
            <a:cxnLst/>
            <a:rect l="l" t="t" r="r" b="b"/>
            <a:pathLst>
              <a:path w="12192000" h="1115695">
                <a:moveTo>
                  <a:pt x="12192000" y="0"/>
                </a:moveTo>
                <a:lnTo>
                  <a:pt x="0" y="0"/>
                </a:lnTo>
                <a:lnTo>
                  <a:pt x="0" y="1115567"/>
                </a:lnTo>
                <a:lnTo>
                  <a:pt x="12192000" y="1115567"/>
                </a:lnTo>
                <a:lnTo>
                  <a:pt x="12192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073144" y="127457"/>
            <a:ext cx="4052570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FFFF"/>
                </a:solidFill>
              </a:rPr>
              <a:t>A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Bottleneck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3505" rIns="0" bIns="0" rtlCol="0" vert="horz">
            <a:spAutoFit/>
          </a:bodyPr>
          <a:lstStyle/>
          <a:p>
            <a:pPr algn="ctr" marL="3785870" marR="4977765">
              <a:lnSpc>
                <a:spcPts val="2980"/>
              </a:lnSpc>
              <a:spcBef>
                <a:spcPts val="815"/>
              </a:spcBef>
            </a:pPr>
            <a:r>
              <a:rPr dirty="0"/>
              <a:t>Time</a:t>
            </a:r>
            <a:r>
              <a:rPr dirty="0" spc="-120"/>
              <a:t> </a:t>
            </a:r>
            <a:r>
              <a:rPr dirty="0" spc="-25"/>
              <a:t>is </a:t>
            </a:r>
            <a:r>
              <a:rPr dirty="0" spc="-10"/>
              <a:t>Money</a:t>
            </a:r>
          </a:p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Mechanics</a:t>
            </a:r>
            <a:r>
              <a:rPr dirty="0" sz="240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have</a:t>
            </a:r>
            <a:r>
              <a:rPr dirty="0" sz="2400" spc="-4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z="240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traverse</a:t>
            </a:r>
            <a:r>
              <a:rPr dirty="0" sz="2400" spc="-4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dirty="0" sz="240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complex</a:t>
            </a:r>
            <a:r>
              <a:rPr dirty="0" sz="240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system,</a:t>
            </a:r>
            <a:r>
              <a:rPr dirty="0" sz="240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navigate</a:t>
            </a:r>
            <a:r>
              <a:rPr dirty="0" sz="240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complex</a:t>
            </a:r>
            <a:r>
              <a:rPr dirty="0" sz="240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spc="-10" b="0">
                <a:solidFill>
                  <a:srgbClr val="000000"/>
                </a:solidFill>
                <a:latin typeface="Arial MT"/>
                <a:cs typeface="Arial MT"/>
              </a:rPr>
              <a:t>catalogs,</a:t>
            </a:r>
            <a:endParaRPr sz="2400">
              <a:latin typeface="Arial MT"/>
              <a:cs typeface="Arial MT"/>
            </a:endParaRPr>
          </a:p>
          <a:p>
            <a:pPr algn="ctr" marL="6985">
              <a:lnSpc>
                <a:spcPct val="100000"/>
              </a:lnSpc>
              <a:spcBef>
                <a:spcPts val="5"/>
              </a:spcBef>
            </a:pP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decoding</a:t>
            </a:r>
            <a:r>
              <a:rPr dirty="0" sz="2400" spc="-10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manuals,</a:t>
            </a:r>
            <a:r>
              <a:rPr dirty="0" sz="2400" spc="-10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then</a:t>
            </a:r>
            <a:r>
              <a:rPr dirty="0" sz="2400" spc="-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checking</a:t>
            </a:r>
            <a:r>
              <a:rPr dirty="0" sz="240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spc="-10" b="0">
                <a:solidFill>
                  <a:srgbClr val="000000"/>
                </a:solidFill>
                <a:latin typeface="Arial MT"/>
                <a:cs typeface="Arial MT"/>
              </a:rPr>
              <a:t>stock.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algn="ctr" marL="94615" marR="84455">
              <a:lnSpc>
                <a:spcPct val="100000"/>
              </a:lnSpc>
            </a:pP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This</a:t>
            </a:r>
            <a:r>
              <a:rPr dirty="0" sz="2400" spc="-9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causes</a:t>
            </a:r>
            <a:r>
              <a:rPr dirty="0" sz="2400" spc="-114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slower</a:t>
            </a:r>
            <a:r>
              <a:rPr dirty="0" sz="240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processes</a:t>
            </a:r>
            <a:r>
              <a:rPr dirty="0" sz="2400" spc="-9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dirty="0" sz="2400" spc="-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maintenance,</a:t>
            </a:r>
            <a:r>
              <a:rPr dirty="0" sz="2400" spc="-1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delayed</a:t>
            </a:r>
            <a:r>
              <a:rPr dirty="0" sz="240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repairs,</a:t>
            </a:r>
            <a:r>
              <a:rPr dirty="0" sz="2400" spc="-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spc="-10" b="0">
                <a:solidFill>
                  <a:srgbClr val="000000"/>
                </a:solidFill>
                <a:latin typeface="Arial MT"/>
                <a:cs typeface="Arial MT"/>
              </a:rPr>
              <a:t>frustrated customers.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7244" y="214706"/>
            <a:ext cx="3037840" cy="1299210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695"/>
              </a:spcBef>
            </a:pPr>
            <a:r>
              <a:rPr dirty="0"/>
              <a:t>Real</a:t>
            </a:r>
            <a:r>
              <a:rPr dirty="0" spc="-145"/>
              <a:t> </a:t>
            </a:r>
            <a:r>
              <a:rPr dirty="0" spc="-20"/>
              <a:t>Life </a:t>
            </a:r>
            <a:r>
              <a:rPr dirty="0" spc="-1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0080" y="1527047"/>
            <a:ext cx="4532630" cy="4178935"/>
          </a:xfrm>
          <a:prstGeom prst="rect">
            <a:avLst/>
          </a:prstGeom>
          <a:solidFill>
            <a:srgbClr val="F8F9FB"/>
          </a:solidFill>
        </p:spPr>
        <p:txBody>
          <a:bodyPr wrap="square" lIns="0" tIns="255905" rIns="0" bIns="0" rtlCol="0" vert="horz">
            <a:spAutoFit/>
          </a:bodyPr>
          <a:lstStyle/>
          <a:p>
            <a:pPr marL="289560" marR="142240">
              <a:lnSpc>
                <a:spcPct val="80000"/>
              </a:lnSpc>
              <a:spcBef>
                <a:spcPts val="2015"/>
              </a:spcBef>
            </a:pPr>
            <a:r>
              <a:rPr dirty="0" sz="2600">
                <a:latin typeface="Arial MT"/>
                <a:cs typeface="Arial MT"/>
              </a:rPr>
              <a:t>Bob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mechanic </a:t>
            </a:r>
            <a:r>
              <a:rPr dirty="0" sz="2600" spc="-25">
                <a:latin typeface="Arial MT"/>
                <a:cs typeface="Arial MT"/>
              </a:rPr>
              <a:t>in </a:t>
            </a:r>
            <a:r>
              <a:rPr dirty="0" sz="2600">
                <a:latin typeface="Arial MT"/>
                <a:cs typeface="Arial MT"/>
              </a:rPr>
              <a:t>Mitsubishi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Service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Center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in </a:t>
            </a:r>
            <a:r>
              <a:rPr dirty="0" sz="2600" spc="-10">
                <a:latin typeface="Arial MT"/>
                <a:cs typeface="Arial MT"/>
              </a:rPr>
              <a:t>Sunter,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Saturday,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is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busy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floor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today,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lot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of </a:t>
            </a:r>
            <a:r>
              <a:rPr dirty="0" sz="2600">
                <a:latin typeface="Arial MT"/>
                <a:cs typeface="Arial MT"/>
              </a:rPr>
              <a:t>customers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enter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start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day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requiring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daily maintenance.</a:t>
            </a:r>
            <a:endParaRPr sz="2600">
              <a:latin typeface="Arial MT"/>
              <a:cs typeface="Arial MT"/>
            </a:endParaRPr>
          </a:p>
          <a:p>
            <a:pPr marL="289560" marR="391795">
              <a:lnSpc>
                <a:spcPct val="80000"/>
              </a:lnSpc>
              <a:spcBef>
                <a:spcPts val="1010"/>
              </a:spcBef>
            </a:pPr>
            <a:r>
              <a:rPr dirty="0" sz="2600">
                <a:latin typeface="Arial MT"/>
                <a:cs typeface="Arial MT"/>
              </a:rPr>
              <a:t>He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match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parts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of </a:t>
            </a:r>
            <a:r>
              <a:rPr dirty="0" sz="2600" b="1">
                <a:latin typeface="Arial"/>
                <a:cs typeface="Arial"/>
              </a:rPr>
              <a:t>Each</a:t>
            </a:r>
            <a:r>
              <a:rPr dirty="0" sz="2600" spc="-2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car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enters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while </a:t>
            </a:r>
            <a:r>
              <a:rPr dirty="0" sz="2600">
                <a:latin typeface="Arial MT"/>
                <a:cs typeface="Arial MT"/>
              </a:rPr>
              <a:t>working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it,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while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clock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ticks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away.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4" y="1527047"/>
            <a:ext cx="644652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9170" y="714832"/>
            <a:ext cx="3297554" cy="1269365"/>
          </a:xfrm>
          <a:prstGeom prst="rect"/>
        </p:spPr>
        <p:txBody>
          <a:bodyPr wrap="square" lIns="0" tIns="86995" rIns="0" bIns="0" rtlCol="0" vert="horz">
            <a:spAutoFit/>
          </a:bodyPr>
          <a:lstStyle/>
          <a:p>
            <a:pPr marL="12700" marR="5080">
              <a:lnSpc>
                <a:spcPts val="4640"/>
              </a:lnSpc>
              <a:spcBef>
                <a:spcPts val="685"/>
              </a:spcBef>
            </a:pPr>
            <a:r>
              <a:rPr dirty="0" sz="4300"/>
              <a:t>Solution</a:t>
            </a:r>
            <a:r>
              <a:rPr dirty="0" sz="4300" spc="-60"/>
              <a:t> </a:t>
            </a:r>
            <a:r>
              <a:rPr dirty="0" sz="4300" spc="-50"/>
              <a:t>: </a:t>
            </a:r>
            <a:r>
              <a:rPr dirty="0" sz="4300" spc="-20">
                <a:solidFill>
                  <a:srgbClr val="C00000"/>
                </a:solidFill>
              </a:rPr>
              <a:t>KIBO</a:t>
            </a:r>
            <a:endParaRPr sz="4300"/>
          </a:p>
        </p:txBody>
      </p:sp>
      <p:sp>
        <p:nvSpPr>
          <p:cNvPr id="3" name="object 3"/>
          <p:cNvSpPr/>
          <p:nvPr/>
        </p:nvSpPr>
        <p:spPr>
          <a:xfrm>
            <a:off x="493776" y="1892807"/>
            <a:ext cx="5492750" cy="2341245"/>
          </a:xfrm>
          <a:custGeom>
            <a:avLst/>
            <a:gdLst/>
            <a:ahLst/>
            <a:cxnLst/>
            <a:rect l="l" t="t" r="r" b="b"/>
            <a:pathLst>
              <a:path w="5492750" h="2341245">
                <a:moveTo>
                  <a:pt x="5492496" y="0"/>
                </a:moveTo>
                <a:lnTo>
                  <a:pt x="0" y="0"/>
                </a:lnTo>
                <a:lnTo>
                  <a:pt x="0" y="2340864"/>
                </a:lnTo>
                <a:lnTo>
                  <a:pt x="5492496" y="2340864"/>
                </a:lnTo>
                <a:lnTo>
                  <a:pt x="5492496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7672" y="1975100"/>
            <a:ext cx="5179695" cy="211709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1920" indent="-109220">
              <a:lnSpc>
                <a:spcPct val="100000"/>
              </a:lnSpc>
              <a:spcBef>
                <a:spcPts val="770"/>
              </a:spcBef>
              <a:buChar char="•"/>
              <a:tabLst>
                <a:tab pos="121920" algn="l"/>
              </a:tabLst>
            </a:pP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Natural</a:t>
            </a:r>
            <a:r>
              <a:rPr dirty="0" sz="1400" spc="-3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Language</a:t>
            </a:r>
            <a:r>
              <a:rPr dirty="0" sz="1400" spc="-1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Processing</a:t>
            </a:r>
            <a:r>
              <a:rPr dirty="0" sz="1400" spc="-3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:</a:t>
            </a:r>
            <a:r>
              <a:rPr dirty="0" sz="1400" spc="-7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Users</a:t>
            </a:r>
            <a:r>
              <a:rPr dirty="0" sz="1400" spc="-4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simply</a:t>
            </a:r>
            <a:r>
              <a:rPr dirty="0" sz="1400" spc="-4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write</a:t>
            </a:r>
            <a:r>
              <a:rPr dirty="0" sz="1400" spc="-3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or</a:t>
            </a:r>
            <a:r>
              <a:rPr dirty="0" sz="1400" spc="-7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voice</a:t>
            </a:r>
            <a:r>
              <a:rPr dirty="0" sz="1400" spc="-5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E293A"/>
                </a:solidFill>
                <a:latin typeface="Arial MT"/>
                <a:cs typeface="Arial MT"/>
              </a:rPr>
              <a:t>what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component</a:t>
            </a:r>
            <a:r>
              <a:rPr dirty="0" sz="1400" spc="-1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is</a:t>
            </a:r>
            <a:r>
              <a:rPr dirty="0" sz="1400" spc="-5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wanted</a:t>
            </a:r>
            <a:r>
              <a:rPr dirty="0" sz="1400" spc="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from</a:t>
            </a:r>
            <a:r>
              <a:rPr dirty="0" sz="1400" spc="-3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the</a:t>
            </a:r>
            <a:r>
              <a:rPr dirty="0" sz="1400" spc="-3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vehicle</a:t>
            </a:r>
            <a:r>
              <a:rPr dirty="0" sz="1400" spc="-4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in</a:t>
            </a:r>
            <a:r>
              <a:rPr dirty="0" sz="1400" spc="-2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E293A"/>
                </a:solidFill>
                <a:latin typeface="Arial MT"/>
                <a:cs typeface="Arial MT"/>
              </a:rPr>
              <a:t>text.</a:t>
            </a:r>
            <a:endParaRPr sz="1400">
              <a:latin typeface="Arial MT"/>
              <a:cs typeface="Arial MT"/>
            </a:endParaRPr>
          </a:p>
          <a:p>
            <a:pPr marL="12700" marR="5080" indent="99695">
              <a:lnSpc>
                <a:spcPct val="140100"/>
              </a:lnSpc>
              <a:buChar char="•"/>
              <a:tabLst>
                <a:tab pos="112395" algn="l"/>
              </a:tabLst>
            </a:pP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Automated</a:t>
            </a:r>
            <a:r>
              <a:rPr dirty="0" sz="1400" spc="-4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Execution</a:t>
            </a:r>
            <a:r>
              <a:rPr dirty="0" sz="1400" spc="-1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:</a:t>
            </a:r>
            <a:r>
              <a:rPr dirty="0" sz="1400" spc="-7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KIBO</a:t>
            </a:r>
            <a:r>
              <a:rPr dirty="0" sz="1400" spc="-3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parses</a:t>
            </a:r>
            <a:r>
              <a:rPr dirty="0" sz="1400" spc="-5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the</a:t>
            </a:r>
            <a:r>
              <a:rPr dirty="0" sz="1400" spc="-6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intent,</a:t>
            </a:r>
            <a:r>
              <a:rPr dirty="0" sz="1400" spc="-3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queries</a:t>
            </a:r>
            <a:r>
              <a:rPr dirty="0" sz="1400" spc="-5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E293A"/>
                </a:solidFill>
                <a:latin typeface="Arial MT"/>
                <a:cs typeface="Arial MT"/>
              </a:rPr>
              <a:t>semantic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asset</a:t>
            </a:r>
            <a:r>
              <a:rPr dirty="0" sz="1400" spc="-4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documentation,</a:t>
            </a:r>
            <a:r>
              <a:rPr dirty="0" sz="1400" spc="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E293A"/>
                </a:solidFill>
                <a:latin typeface="Arial MT"/>
                <a:cs typeface="Arial MT"/>
              </a:rPr>
              <a:t>automatically</a:t>
            </a:r>
            <a:r>
              <a:rPr dirty="0" sz="1400" spc="-4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locates</a:t>
            </a:r>
            <a:r>
              <a:rPr dirty="0" sz="1400" spc="-1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the</a:t>
            </a:r>
            <a:r>
              <a:rPr dirty="0" sz="1400" spc="-4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specific</a:t>
            </a:r>
            <a:r>
              <a:rPr dirty="0" sz="1400" spc="-4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part</a:t>
            </a:r>
            <a:r>
              <a:rPr dirty="0" sz="1400" spc="-4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1E293A"/>
                </a:solidFill>
                <a:latin typeface="Arial MT"/>
                <a:cs typeface="Arial MT"/>
              </a:rPr>
              <a:t>ID,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and</a:t>
            </a:r>
            <a:r>
              <a:rPr dirty="0" sz="1400" spc="-7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validates</a:t>
            </a:r>
            <a:r>
              <a:rPr dirty="0" sz="1400" spc="-4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live</a:t>
            </a:r>
            <a:r>
              <a:rPr dirty="0" sz="1400" spc="-6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warehouse</a:t>
            </a:r>
            <a:r>
              <a:rPr dirty="0" sz="1400" spc="-2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stock</a:t>
            </a:r>
            <a:r>
              <a:rPr dirty="0" sz="1400" spc="-6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E293A"/>
                </a:solidFill>
                <a:latin typeface="Arial MT"/>
                <a:cs typeface="Arial MT"/>
              </a:rPr>
              <a:t>inventory.</a:t>
            </a:r>
            <a:endParaRPr sz="1400">
              <a:latin typeface="Arial MT"/>
              <a:cs typeface="Arial MT"/>
            </a:endParaRPr>
          </a:p>
          <a:p>
            <a:pPr marL="12700" marR="193675" indent="108585">
              <a:lnSpc>
                <a:spcPts val="2360"/>
              </a:lnSpc>
              <a:spcBef>
                <a:spcPts val="85"/>
              </a:spcBef>
              <a:buChar char="•"/>
              <a:tabLst>
                <a:tab pos="121285" algn="l"/>
              </a:tabLst>
            </a:pPr>
            <a:r>
              <a:rPr dirty="0" sz="1400" spc="-10">
                <a:solidFill>
                  <a:srgbClr val="1E293A"/>
                </a:solidFill>
                <a:latin typeface="Arial MT"/>
                <a:cs typeface="Arial MT"/>
              </a:rPr>
              <a:t>Faster</a:t>
            </a:r>
            <a:r>
              <a:rPr dirty="0" sz="1400" spc="-9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Allocation</a:t>
            </a:r>
            <a:r>
              <a:rPr dirty="0" sz="1400" spc="-3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:</a:t>
            </a:r>
            <a:r>
              <a:rPr dirty="0" sz="1400" spc="-6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E293A"/>
                </a:solidFill>
                <a:latin typeface="Arial MT"/>
                <a:cs typeface="Arial MT"/>
              </a:rPr>
              <a:t>Mechanized</a:t>
            </a:r>
            <a:r>
              <a:rPr dirty="0" sz="1400" spc="3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stock</a:t>
            </a:r>
            <a:r>
              <a:rPr dirty="0" sz="1400" spc="-4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allocation</a:t>
            </a:r>
            <a:r>
              <a:rPr dirty="0" sz="1400" spc="-3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takes</a:t>
            </a:r>
            <a:r>
              <a:rPr dirty="0" sz="1400" spc="-6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E293A"/>
                </a:solidFill>
                <a:latin typeface="Arial MT"/>
                <a:cs typeface="Arial MT"/>
              </a:rPr>
              <a:t>seconds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instead</a:t>
            </a:r>
            <a:r>
              <a:rPr dirty="0" sz="1400" spc="-2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of</a:t>
            </a:r>
            <a:r>
              <a:rPr dirty="0" sz="1400" spc="-65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E293A"/>
                </a:solidFill>
                <a:latin typeface="Arial MT"/>
                <a:cs typeface="Arial MT"/>
              </a:rPr>
              <a:t>manual</a:t>
            </a:r>
            <a:r>
              <a:rPr dirty="0" sz="1400" spc="-40">
                <a:solidFill>
                  <a:srgbClr val="1E293A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E293A"/>
                </a:solidFill>
                <a:latin typeface="Arial MT"/>
                <a:cs typeface="Arial MT"/>
              </a:rPr>
              <a:t>hours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5728" y="771144"/>
            <a:ext cx="5873496" cy="531571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53439" y="4556759"/>
            <a:ext cx="4718685" cy="1243965"/>
            <a:chOff x="853439" y="4556759"/>
            <a:chExt cx="4718685" cy="1243965"/>
          </a:xfrm>
        </p:grpSpPr>
        <p:sp>
          <p:nvSpPr>
            <p:cNvPr id="7" name="object 7"/>
            <p:cNvSpPr/>
            <p:nvPr/>
          </p:nvSpPr>
          <p:spPr>
            <a:xfrm>
              <a:off x="853439" y="4556759"/>
              <a:ext cx="4718685" cy="1243965"/>
            </a:xfrm>
            <a:custGeom>
              <a:avLst/>
              <a:gdLst/>
              <a:ahLst/>
              <a:cxnLst/>
              <a:rect l="l" t="t" r="r" b="b"/>
              <a:pathLst>
                <a:path w="4718685" h="1243964">
                  <a:moveTo>
                    <a:pt x="4593971" y="0"/>
                  </a:moveTo>
                  <a:lnTo>
                    <a:pt x="124358" y="0"/>
                  </a:lnTo>
                  <a:lnTo>
                    <a:pt x="75952" y="9765"/>
                  </a:lnTo>
                  <a:lnTo>
                    <a:pt x="36423" y="36401"/>
                  </a:lnTo>
                  <a:lnTo>
                    <a:pt x="9772" y="75920"/>
                  </a:lnTo>
                  <a:lnTo>
                    <a:pt x="0" y="124332"/>
                  </a:lnTo>
                  <a:lnTo>
                    <a:pt x="0" y="1119225"/>
                  </a:lnTo>
                  <a:lnTo>
                    <a:pt x="9772" y="1167631"/>
                  </a:lnTo>
                  <a:lnTo>
                    <a:pt x="36423" y="1207160"/>
                  </a:lnTo>
                  <a:lnTo>
                    <a:pt x="75952" y="1233811"/>
                  </a:lnTo>
                  <a:lnTo>
                    <a:pt x="124358" y="1243583"/>
                  </a:lnTo>
                  <a:lnTo>
                    <a:pt x="4593971" y="1243583"/>
                  </a:lnTo>
                  <a:lnTo>
                    <a:pt x="4642383" y="1233811"/>
                  </a:lnTo>
                  <a:lnTo>
                    <a:pt x="4681902" y="1207160"/>
                  </a:lnTo>
                  <a:lnTo>
                    <a:pt x="4708538" y="1167631"/>
                  </a:lnTo>
                  <a:lnTo>
                    <a:pt x="4718304" y="1119225"/>
                  </a:lnTo>
                  <a:lnTo>
                    <a:pt x="4718304" y="124332"/>
                  </a:lnTo>
                  <a:lnTo>
                    <a:pt x="4708538" y="75920"/>
                  </a:lnTo>
                  <a:lnTo>
                    <a:pt x="4681902" y="36401"/>
                  </a:lnTo>
                  <a:lnTo>
                    <a:pt x="4642383" y="9765"/>
                  </a:lnTo>
                  <a:lnTo>
                    <a:pt x="45939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90471" y="4678679"/>
              <a:ext cx="3880485" cy="1018540"/>
            </a:xfrm>
            <a:custGeom>
              <a:avLst/>
              <a:gdLst/>
              <a:ahLst/>
              <a:cxnLst/>
              <a:rect l="l" t="t" r="r" b="b"/>
              <a:pathLst>
                <a:path w="3880485" h="1018539">
                  <a:moveTo>
                    <a:pt x="3880104" y="0"/>
                  </a:moveTo>
                  <a:lnTo>
                    <a:pt x="509016" y="0"/>
                  </a:lnTo>
                  <a:lnTo>
                    <a:pt x="0" y="509016"/>
                  </a:lnTo>
                  <a:lnTo>
                    <a:pt x="509016" y="1018032"/>
                  </a:lnTo>
                  <a:lnTo>
                    <a:pt x="3880104" y="1018032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90471" y="4678679"/>
              <a:ext cx="3880485" cy="1018540"/>
            </a:xfrm>
            <a:custGeom>
              <a:avLst/>
              <a:gdLst/>
              <a:ahLst/>
              <a:cxnLst/>
              <a:rect l="l" t="t" r="r" b="b"/>
              <a:pathLst>
                <a:path w="3880485" h="1018539">
                  <a:moveTo>
                    <a:pt x="3880104" y="1018032"/>
                  </a:moveTo>
                  <a:lnTo>
                    <a:pt x="509016" y="1018032"/>
                  </a:lnTo>
                  <a:lnTo>
                    <a:pt x="0" y="509016"/>
                  </a:lnTo>
                  <a:lnTo>
                    <a:pt x="509016" y="0"/>
                  </a:lnTo>
                  <a:lnTo>
                    <a:pt x="3880104" y="0"/>
                  </a:lnTo>
                  <a:lnTo>
                    <a:pt x="3880104" y="1018032"/>
                  </a:lnTo>
                  <a:close/>
                </a:path>
              </a:pathLst>
            </a:custGeom>
            <a:ln w="18288">
              <a:solidFill>
                <a:srgbClr val="D266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258695" y="4740655"/>
            <a:ext cx="2906395" cy="85407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ctr" marL="12700" marR="5080">
              <a:lnSpc>
                <a:spcPct val="86000"/>
              </a:lnSpc>
              <a:spcBef>
                <a:spcPts val="425"/>
              </a:spcBef>
            </a:pPr>
            <a:r>
              <a:rPr dirty="0" sz="2000">
                <a:latin typeface="Arial MT"/>
                <a:cs typeface="Arial MT"/>
              </a:rPr>
              <a:t>Aim is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ease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burden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increase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efficiency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in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workshop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2311" y="4669535"/>
            <a:ext cx="1036319" cy="1036319"/>
            <a:chOff x="972311" y="4669535"/>
            <a:chExt cx="1036319" cy="1036319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2791" y="4700015"/>
              <a:ext cx="42671" cy="4876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68806" y="4707381"/>
              <a:ext cx="421640" cy="29209"/>
            </a:xfrm>
            <a:custGeom>
              <a:avLst/>
              <a:gdLst/>
              <a:ahLst/>
              <a:cxnLst/>
              <a:rect l="l" t="t" r="r" b="b"/>
              <a:pathLst>
                <a:path w="421640" h="29210">
                  <a:moveTo>
                    <a:pt x="10388" y="3556"/>
                  </a:moveTo>
                  <a:lnTo>
                    <a:pt x="7442" y="3556"/>
                  </a:lnTo>
                  <a:lnTo>
                    <a:pt x="7442" y="23114"/>
                  </a:lnTo>
                  <a:lnTo>
                    <a:pt x="10388" y="23114"/>
                  </a:lnTo>
                  <a:lnTo>
                    <a:pt x="10388" y="3556"/>
                  </a:lnTo>
                  <a:close/>
                </a:path>
                <a:path w="421640" h="29210">
                  <a:moveTo>
                    <a:pt x="17830" y="1016"/>
                  </a:moveTo>
                  <a:lnTo>
                    <a:pt x="0" y="1016"/>
                  </a:lnTo>
                  <a:lnTo>
                    <a:pt x="0" y="3556"/>
                  </a:lnTo>
                  <a:lnTo>
                    <a:pt x="17830" y="3556"/>
                  </a:lnTo>
                  <a:lnTo>
                    <a:pt x="17830" y="1016"/>
                  </a:lnTo>
                  <a:close/>
                </a:path>
                <a:path w="421640" h="29210">
                  <a:moveTo>
                    <a:pt x="23177" y="0"/>
                  </a:moveTo>
                  <a:lnTo>
                    <a:pt x="20383" y="0"/>
                  </a:lnTo>
                  <a:lnTo>
                    <a:pt x="20383" y="23114"/>
                  </a:lnTo>
                  <a:lnTo>
                    <a:pt x="23177" y="23114"/>
                  </a:lnTo>
                  <a:lnTo>
                    <a:pt x="23177" y="10668"/>
                  </a:lnTo>
                  <a:lnTo>
                    <a:pt x="24599" y="9652"/>
                  </a:lnTo>
                  <a:lnTo>
                    <a:pt x="26085" y="8890"/>
                  </a:lnTo>
                  <a:lnTo>
                    <a:pt x="26796" y="8763"/>
                  </a:lnTo>
                  <a:lnTo>
                    <a:pt x="32981" y="8763"/>
                  </a:lnTo>
                  <a:lnTo>
                    <a:pt x="32677" y="8382"/>
                  </a:lnTo>
                  <a:lnTo>
                    <a:pt x="23177" y="8382"/>
                  </a:lnTo>
                  <a:lnTo>
                    <a:pt x="23177" y="0"/>
                  </a:lnTo>
                  <a:close/>
                </a:path>
                <a:path w="421640" h="29210">
                  <a:moveTo>
                    <a:pt x="32981" y="8763"/>
                  </a:moveTo>
                  <a:lnTo>
                    <a:pt x="28752" y="8763"/>
                  </a:lnTo>
                  <a:lnTo>
                    <a:pt x="29565" y="9271"/>
                  </a:lnTo>
                  <a:lnTo>
                    <a:pt x="29957" y="9652"/>
                  </a:lnTo>
                  <a:lnTo>
                    <a:pt x="30327" y="10287"/>
                  </a:lnTo>
                  <a:lnTo>
                    <a:pt x="30411" y="10668"/>
                  </a:lnTo>
                  <a:lnTo>
                    <a:pt x="30467" y="10922"/>
                  </a:lnTo>
                  <a:lnTo>
                    <a:pt x="30543" y="11557"/>
                  </a:lnTo>
                  <a:lnTo>
                    <a:pt x="30645" y="23114"/>
                  </a:lnTo>
                  <a:lnTo>
                    <a:pt x="33451" y="23114"/>
                  </a:lnTo>
                  <a:lnTo>
                    <a:pt x="33451" y="10287"/>
                  </a:lnTo>
                  <a:lnTo>
                    <a:pt x="33256" y="9652"/>
                  </a:lnTo>
                  <a:lnTo>
                    <a:pt x="33138" y="9271"/>
                  </a:lnTo>
                  <a:lnTo>
                    <a:pt x="33021" y="8890"/>
                  </a:lnTo>
                  <a:lnTo>
                    <a:pt x="32981" y="8763"/>
                  </a:lnTo>
                  <a:close/>
                </a:path>
                <a:path w="421640" h="29210">
                  <a:moveTo>
                    <a:pt x="29857" y="6096"/>
                  </a:moveTo>
                  <a:lnTo>
                    <a:pt x="27317" y="6096"/>
                  </a:lnTo>
                  <a:lnTo>
                    <a:pt x="26466" y="6223"/>
                  </a:lnTo>
                  <a:lnTo>
                    <a:pt x="24841" y="6985"/>
                  </a:lnTo>
                  <a:lnTo>
                    <a:pt x="24015" y="7620"/>
                  </a:lnTo>
                  <a:lnTo>
                    <a:pt x="23177" y="8382"/>
                  </a:lnTo>
                  <a:lnTo>
                    <a:pt x="32677" y="8382"/>
                  </a:lnTo>
                  <a:lnTo>
                    <a:pt x="32067" y="7620"/>
                  </a:lnTo>
                  <a:lnTo>
                    <a:pt x="31140" y="6604"/>
                  </a:lnTo>
                  <a:lnTo>
                    <a:pt x="29857" y="6096"/>
                  </a:lnTo>
                  <a:close/>
                </a:path>
                <a:path w="421640" h="29210">
                  <a:moveTo>
                    <a:pt x="45465" y="6096"/>
                  </a:moveTo>
                  <a:lnTo>
                    <a:pt x="42138" y="6096"/>
                  </a:lnTo>
                  <a:lnTo>
                    <a:pt x="40284" y="6858"/>
                  </a:lnTo>
                  <a:lnTo>
                    <a:pt x="38743" y="8636"/>
                  </a:lnTo>
                  <a:lnTo>
                    <a:pt x="37439" y="10033"/>
                  </a:lnTo>
                  <a:lnTo>
                    <a:pt x="37069" y="11176"/>
                  </a:lnTo>
                  <a:lnTo>
                    <a:pt x="36946" y="11557"/>
                  </a:lnTo>
                  <a:lnTo>
                    <a:pt x="36741" y="12319"/>
                  </a:lnTo>
                  <a:lnTo>
                    <a:pt x="36741" y="17653"/>
                  </a:lnTo>
                  <a:lnTo>
                    <a:pt x="37337" y="19431"/>
                  </a:lnTo>
                  <a:lnTo>
                    <a:pt x="37586" y="19939"/>
                  </a:lnTo>
                  <a:lnTo>
                    <a:pt x="38925" y="21336"/>
                  </a:lnTo>
                  <a:lnTo>
                    <a:pt x="40398" y="22733"/>
                  </a:lnTo>
                  <a:lnTo>
                    <a:pt x="42456" y="23495"/>
                  </a:lnTo>
                  <a:lnTo>
                    <a:pt x="45834" y="23495"/>
                  </a:lnTo>
                  <a:lnTo>
                    <a:pt x="48653" y="23114"/>
                  </a:lnTo>
                  <a:lnTo>
                    <a:pt x="48418" y="23114"/>
                  </a:lnTo>
                  <a:lnTo>
                    <a:pt x="49085" y="22733"/>
                  </a:lnTo>
                  <a:lnTo>
                    <a:pt x="49326" y="22733"/>
                  </a:lnTo>
                  <a:lnTo>
                    <a:pt x="50050" y="22352"/>
                  </a:lnTo>
                  <a:lnTo>
                    <a:pt x="50787" y="22352"/>
                  </a:lnTo>
                  <a:lnTo>
                    <a:pt x="50787" y="21082"/>
                  </a:lnTo>
                  <a:lnTo>
                    <a:pt x="43357" y="21082"/>
                  </a:lnTo>
                  <a:lnTo>
                    <a:pt x="42348" y="20701"/>
                  </a:lnTo>
                  <a:lnTo>
                    <a:pt x="42133" y="20701"/>
                  </a:lnTo>
                  <a:lnTo>
                    <a:pt x="40068" y="18542"/>
                  </a:lnTo>
                  <a:lnTo>
                    <a:pt x="39573" y="17018"/>
                  </a:lnTo>
                  <a:lnTo>
                    <a:pt x="39573" y="15113"/>
                  </a:lnTo>
                  <a:lnTo>
                    <a:pt x="51092" y="15113"/>
                  </a:lnTo>
                  <a:lnTo>
                    <a:pt x="51092" y="12954"/>
                  </a:lnTo>
                  <a:lnTo>
                    <a:pt x="39573" y="12954"/>
                  </a:lnTo>
                  <a:lnTo>
                    <a:pt x="39636" y="12319"/>
                  </a:lnTo>
                  <a:lnTo>
                    <a:pt x="39776" y="11684"/>
                  </a:lnTo>
                  <a:lnTo>
                    <a:pt x="39949" y="11176"/>
                  </a:lnTo>
                  <a:lnTo>
                    <a:pt x="40208" y="10541"/>
                  </a:lnTo>
                  <a:lnTo>
                    <a:pt x="40446" y="10160"/>
                  </a:lnTo>
                  <a:lnTo>
                    <a:pt x="40525" y="10033"/>
                  </a:lnTo>
                  <a:lnTo>
                    <a:pt x="40944" y="9652"/>
                  </a:lnTo>
                  <a:lnTo>
                    <a:pt x="41846" y="8890"/>
                  </a:lnTo>
                  <a:lnTo>
                    <a:pt x="42367" y="8636"/>
                  </a:lnTo>
                  <a:lnTo>
                    <a:pt x="43522" y="8382"/>
                  </a:lnTo>
                  <a:lnTo>
                    <a:pt x="49728" y="8382"/>
                  </a:lnTo>
                  <a:lnTo>
                    <a:pt x="48653" y="7239"/>
                  </a:lnTo>
                  <a:lnTo>
                    <a:pt x="48139" y="6858"/>
                  </a:lnTo>
                  <a:lnTo>
                    <a:pt x="48364" y="6858"/>
                  </a:lnTo>
                  <a:lnTo>
                    <a:pt x="46380" y="6223"/>
                  </a:lnTo>
                  <a:lnTo>
                    <a:pt x="45465" y="6096"/>
                  </a:lnTo>
                  <a:close/>
                </a:path>
                <a:path w="421640" h="29210">
                  <a:moveTo>
                    <a:pt x="50787" y="19050"/>
                  </a:moveTo>
                  <a:lnTo>
                    <a:pt x="50622" y="19050"/>
                  </a:lnTo>
                  <a:lnTo>
                    <a:pt x="50279" y="19431"/>
                  </a:lnTo>
                  <a:lnTo>
                    <a:pt x="50101" y="19431"/>
                  </a:lnTo>
                  <a:lnTo>
                    <a:pt x="49415" y="19939"/>
                  </a:lnTo>
                  <a:lnTo>
                    <a:pt x="48983" y="20066"/>
                  </a:lnTo>
                  <a:lnTo>
                    <a:pt x="47761" y="20701"/>
                  </a:lnTo>
                  <a:lnTo>
                    <a:pt x="47472" y="20701"/>
                  </a:lnTo>
                  <a:lnTo>
                    <a:pt x="45700" y="21082"/>
                  </a:lnTo>
                  <a:lnTo>
                    <a:pt x="50787" y="21082"/>
                  </a:lnTo>
                  <a:lnTo>
                    <a:pt x="50787" y="19050"/>
                  </a:lnTo>
                  <a:close/>
                </a:path>
                <a:path w="421640" h="29210">
                  <a:moveTo>
                    <a:pt x="49728" y="8382"/>
                  </a:moveTo>
                  <a:lnTo>
                    <a:pt x="45021" y="8382"/>
                  </a:lnTo>
                  <a:lnTo>
                    <a:pt x="46164" y="8636"/>
                  </a:lnTo>
                  <a:lnTo>
                    <a:pt x="46672" y="8890"/>
                  </a:lnTo>
                  <a:lnTo>
                    <a:pt x="48374" y="12954"/>
                  </a:lnTo>
                  <a:lnTo>
                    <a:pt x="51092" y="12954"/>
                  </a:lnTo>
                  <a:lnTo>
                    <a:pt x="50990" y="11557"/>
                  </a:lnTo>
                  <a:lnTo>
                    <a:pt x="50939" y="11176"/>
                  </a:lnTo>
                  <a:lnTo>
                    <a:pt x="50304" y="9271"/>
                  </a:lnTo>
                  <a:lnTo>
                    <a:pt x="49923" y="8636"/>
                  </a:lnTo>
                  <a:lnTo>
                    <a:pt x="49728" y="8382"/>
                  </a:lnTo>
                  <a:close/>
                </a:path>
                <a:path w="421640" h="29210">
                  <a:moveTo>
                    <a:pt x="67005" y="6477"/>
                  </a:moveTo>
                  <a:lnTo>
                    <a:pt x="64211" y="6477"/>
                  </a:lnTo>
                  <a:lnTo>
                    <a:pt x="64211" y="29210"/>
                  </a:lnTo>
                  <a:lnTo>
                    <a:pt x="67005" y="29210"/>
                  </a:lnTo>
                  <a:lnTo>
                    <a:pt x="67005" y="22352"/>
                  </a:lnTo>
                  <a:lnTo>
                    <a:pt x="75045" y="22352"/>
                  </a:lnTo>
                  <a:lnTo>
                    <a:pt x="76168" y="20955"/>
                  </a:lnTo>
                  <a:lnTo>
                    <a:pt x="69926" y="20955"/>
                  </a:lnTo>
                  <a:lnTo>
                    <a:pt x="68364" y="20574"/>
                  </a:lnTo>
                  <a:lnTo>
                    <a:pt x="67741" y="20320"/>
                  </a:lnTo>
                  <a:lnTo>
                    <a:pt x="67005" y="20066"/>
                  </a:lnTo>
                  <a:lnTo>
                    <a:pt x="67005" y="10541"/>
                  </a:lnTo>
                  <a:lnTo>
                    <a:pt x="68376" y="9525"/>
                  </a:lnTo>
                  <a:lnTo>
                    <a:pt x="69113" y="9271"/>
                  </a:lnTo>
                  <a:lnTo>
                    <a:pt x="69850" y="8890"/>
                  </a:lnTo>
                  <a:lnTo>
                    <a:pt x="70624" y="8763"/>
                  </a:lnTo>
                  <a:lnTo>
                    <a:pt x="76911" y="8763"/>
                  </a:lnTo>
                  <a:lnTo>
                    <a:pt x="76555" y="8255"/>
                  </a:lnTo>
                  <a:lnTo>
                    <a:pt x="67005" y="8255"/>
                  </a:lnTo>
                  <a:lnTo>
                    <a:pt x="67005" y="6477"/>
                  </a:lnTo>
                  <a:close/>
                </a:path>
                <a:path w="421640" h="29210">
                  <a:moveTo>
                    <a:pt x="75045" y="22352"/>
                  </a:moveTo>
                  <a:lnTo>
                    <a:pt x="67005" y="22352"/>
                  </a:lnTo>
                  <a:lnTo>
                    <a:pt x="67678" y="22733"/>
                  </a:lnTo>
                  <a:lnTo>
                    <a:pt x="68649" y="23114"/>
                  </a:lnTo>
                  <a:lnTo>
                    <a:pt x="68960" y="23114"/>
                  </a:lnTo>
                  <a:lnTo>
                    <a:pt x="69913" y="23495"/>
                  </a:lnTo>
                  <a:lnTo>
                    <a:pt x="73164" y="23495"/>
                  </a:lnTo>
                  <a:lnTo>
                    <a:pt x="74601" y="22733"/>
                  </a:lnTo>
                  <a:lnTo>
                    <a:pt x="74739" y="22733"/>
                  </a:lnTo>
                  <a:lnTo>
                    <a:pt x="75045" y="22352"/>
                  </a:lnTo>
                  <a:close/>
                </a:path>
                <a:path w="421640" h="29210">
                  <a:moveTo>
                    <a:pt x="76911" y="8763"/>
                  </a:moveTo>
                  <a:lnTo>
                    <a:pt x="72771" y="8763"/>
                  </a:lnTo>
                  <a:lnTo>
                    <a:pt x="73748" y="9271"/>
                  </a:lnTo>
                  <a:lnTo>
                    <a:pt x="74968" y="11303"/>
                  </a:lnTo>
                  <a:lnTo>
                    <a:pt x="75069" y="11811"/>
                  </a:lnTo>
                  <a:lnTo>
                    <a:pt x="75171" y="17145"/>
                  </a:lnTo>
                  <a:lnTo>
                    <a:pt x="74866" y="18288"/>
                  </a:lnTo>
                  <a:lnTo>
                    <a:pt x="74066" y="19304"/>
                  </a:lnTo>
                  <a:lnTo>
                    <a:pt x="73163" y="20574"/>
                  </a:lnTo>
                  <a:lnTo>
                    <a:pt x="72974" y="20574"/>
                  </a:lnTo>
                  <a:lnTo>
                    <a:pt x="72135" y="20955"/>
                  </a:lnTo>
                  <a:lnTo>
                    <a:pt x="76168" y="20955"/>
                  </a:lnTo>
                  <a:lnTo>
                    <a:pt x="77495" y="19304"/>
                  </a:lnTo>
                  <a:lnTo>
                    <a:pt x="78155" y="17145"/>
                  </a:lnTo>
                  <a:lnTo>
                    <a:pt x="78155" y="11811"/>
                  </a:lnTo>
                  <a:lnTo>
                    <a:pt x="77622" y="9779"/>
                  </a:lnTo>
                  <a:lnTo>
                    <a:pt x="77000" y="8890"/>
                  </a:lnTo>
                  <a:lnTo>
                    <a:pt x="76911" y="8763"/>
                  </a:lnTo>
                  <a:close/>
                </a:path>
                <a:path w="421640" h="29210">
                  <a:moveTo>
                    <a:pt x="74002" y="6096"/>
                  </a:moveTo>
                  <a:lnTo>
                    <a:pt x="71094" y="6096"/>
                  </a:lnTo>
                  <a:lnTo>
                    <a:pt x="70167" y="6223"/>
                  </a:lnTo>
                  <a:lnTo>
                    <a:pt x="69742" y="6477"/>
                  </a:lnTo>
                  <a:lnTo>
                    <a:pt x="69037" y="6858"/>
                  </a:lnTo>
                  <a:lnTo>
                    <a:pt x="68478" y="7112"/>
                  </a:lnTo>
                  <a:lnTo>
                    <a:pt x="67703" y="7620"/>
                  </a:lnTo>
                  <a:lnTo>
                    <a:pt x="67005" y="8255"/>
                  </a:lnTo>
                  <a:lnTo>
                    <a:pt x="76555" y="8255"/>
                  </a:lnTo>
                  <a:lnTo>
                    <a:pt x="75488" y="6858"/>
                  </a:lnTo>
                  <a:lnTo>
                    <a:pt x="74002" y="6096"/>
                  </a:lnTo>
                  <a:close/>
                </a:path>
                <a:path w="421640" h="29210">
                  <a:moveTo>
                    <a:pt x="84416" y="6477"/>
                  </a:moveTo>
                  <a:lnTo>
                    <a:pt x="81622" y="6477"/>
                  </a:lnTo>
                  <a:lnTo>
                    <a:pt x="81622" y="23114"/>
                  </a:lnTo>
                  <a:lnTo>
                    <a:pt x="84416" y="23114"/>
                  </a:lnTo>
                  <a:lnTo>
                    <a:pt x="84416" y="6477"/>
                  </a:lnTo>
                  <a:close/>
                </a:path>
                <a:path w="421640" h="29210">
                  <a:moveTo>
                    <a:pt x="84620" y="762"/>
                  </a:moveTo>
                  <a:lnTo>
                    <a:pt x="81432" y="762"/>
                  </a:lnTo>
                  <a:lnTo>
                    <a:pt x="81432" y="3683"/>
                  </a:lnTo>
                  <a:lnTo>
                    <a:pt x="84620" y="3683"/>
                  </a:lnTo>
                  <a:lnTo>
                    <a:pt x="84620" y="762"/>
                  </a:lnTo>
                  <a:close/>
                </a:path>
                <a:path w="421640" h="29210">
                  <a:moveTo>
                    <a:pt x="96253" y="6096"/>
                  </a:moveTo>
                  <a:lnTo>
                    <a:pt x="94221" y="6096"/>
                  </a:lnTo>
                  <a:lnTo>
                    <a:pt x="93179" y="6350"/>
                  </a:lnTo>
                  <a:lnTo>
                    <a:pt x="87782" y="12065"/>
                  </a:lnTo>
                  <a:lnTo>
                    <a:pt x="87782" y="17526"/>
                  </a:lnTo>
                  <a:lnTo>
                    <a:pt x="88531" y="19812"/>
                  </a:lnTo>
                  <a:lnTo>
                    <a:pt x="89065" y="20701"/>
                  </a:lnTo>
                  <a:lnTo>
                    <a:pt x="89750" y="21336"/>
                  </a:lnTo>
                  <a:lnTo>
                    <a:pt x="90639" y="22225"/>
                  </a:lnTo>
                  <a:lnTo>
                    <a:pt x="91249" y="22606"/>
                  </a:lnTo>
                  <a:lnTo>
                    <a:pt x="93471" y="23495"/>
                  </a:lnTo>
                  <a:lnTo>
                    <a:pt x="95986" y="23495"/>
                  </a:lnTo>
                  <a:lnTo>
                    <a:pt x="98425" y="23114"/>
                  </a:lnTo>
                  <a:lnTo>
                    <a:pt x="99212" y="22606"/>
                  </a:lnTo>
                  <a:lnTo>
                    <a:pt x="100253" y="22225"/>
                  </a:lnTo>
                  <a:lnTo>
                    <a:pt x="100253" y="21082"/>
                  </a:lnTo>
                  <a:lnTo>
                    <a:pt x="93789" y="21082"/>
                  </a:lnTo>
                  <a:lnTo>
                    <a:pt x="92903" y="20701"/>
                  </a:lnTo>
                  <a:lnTo>
                    <a:pt x="92702" y="20701"/>
                  </a:lnTo>
                  <a:lnTo>
                    <a:pt x="90919" y="18288"/>
                  </a:lnTo>
                  <a:lnTo>
                    <a:pt x="90487" y="16764"/>
                  </a:lnTo>
                  <a:lnTo>
                    <a:pt x="90487" y="12827"/>
                  </a:lnTo>
                  <a:lnTo>
                    <a:pt x="93385" y="8763"/>
                  </a:lnTo>
                  <a:lnTo>
                    <a:pt x="100253" y="8763"/>
                  </a:lnTo>
                  <a:lnTo>
                    <a:pt x="100253" y="7366"/>
                  </a:lnTo>
                  <a:lnTo>
                    <a:pt x="99593" y="7112"/>
                  </a:lnTo>
                  <a:lnTo>
                    <a:pt x="98831" y="6731"/>
                  </a:lnTo>
                  <a:lnTo>
                    <a:pt x="97564" y="6350"/>
                  </a:lnTo>
                  <a:lnTo>
                    <a:pt x="98031" y="6350"/>
                  </a:lnTo>
                  <a:lnTo>
                    <a:pt x="96253" y="6096"/>
                  </a:lnTo>
                  <a:close/>
                </a:path>
                <a:path w="421640" h="29210">
                  <a:moveTo>
                    <a:pt x="100253" y="19050"/>
                  </a:moveTo>
                  <a:lnTo>
                    <a:pt x="100088" y="19050"/>
                  </a:lnTo>
                  <a:lnTo>
                    <a:pt x="99272" y="19812"/>
                  </a:lnTo>
                  <a:lnTo>
                    <a:pt x="98729" y="20193"/>
                  </a:lnTo>
                  <a:lnTo>
                    <a:pt x="97078" y="20701"/>
                  </a:lnTo>
                  <a:lnTo>
                    <a:pt x="97353" y="20701"/>
                  </a:lnTo>
                  <a:lnTo>
                    <a:pt x="97078" y="20828"/>
                  </a:lnTo>
                  <a:lnTo>
                    <a:pt x="96215" y="21082"/>
                  </a:lnTo>
                  <a:lnTo>
                    <a:pt x="100253" y="21082"/>
                  </a:lnTo>
                  <a:lnTo>
                    <a:pt x="100253" y="19050"/>
                  </a:lnTo>
                  <a:close/>
                </a:path>
                <a:path w="421640" h="29210">
                  <a:moveTo>
                    <a:pt x="100253" y="10033"/>
                  </a:moveTo>
                  <a:lnTo>
                    <a:pt x="99485" y="10033"/>
                  </a:lnTo>
                  <a:lnTo>
                    <a:pt x="99644" y="10160"/>
                  </a:lnTo>
                  <a:lnTo>
                    <a:pt x="99898" y="10414"/>
                  </a:lnTo>
                  <a:lnTo>
                    <a:pt x="100088" y="10541"/>
                  </a:lnTo>
                  <a:lnTo>
                    <a:pt x="100253" y="10541"/>
                  </a:lnTo>
                  <a:lnTo>
                    <a:pt x="100253" y="10033"/>
                  </a:lnTo>
                  <a:close/>
                </a:path>
                <a:path w="421640" h="29210">
                  <a:moveTo>
                    <a:pt x="98628" y="9525"/>
                  </a:moveTo>
                  <a:lnTo>
                    <a:pt x="98374" y="9525"/>
                  </a:lnTo>
                  <a:lnTo>
                    <a:pt x="99644" y="10033"/>
                  </a:lnTo>
                  <a:lnTo>
                    <a:pt x="99390" y="10033"/>
                  </a:lnTo>
                  <a:lnTo>
                    <a:pt x="98628" y="9525"/>
                  </a:lnTo>
                  <a:close/>
                </a:path>
                <a:path w="421640" h="29210">
                  <a:moveTo>
                    <a:pt x="100253" y="8763"/>
                  </a:moveTo>
                  <a:lnTo>
                    <a:pt x="96812" y="8763"/>
                  </a:lnTo>
                  <a:lnTo>
                    <a:pt x="97345" y="8890"/>
                  </a:lnTo>
                  <a:lnTo>
                    <a:pt x="98031" y="9271"/>
                  </a:lnTo>
                  <a:lnTo>
                    <a:pt x="98183" y="9271"/>
                  </a:lnTo>
                  <a:lnTo>
                    <a:pt x="98628" y="9525"/>
                  </a:lnTo>
                  <a:lnTo>
                    <a:pt x="100253" y="9525"/>
                  </a:lnTo>
                  <a:lnTo>
                    <a:pt x="100253" y="8763"/>
                  </a:lnTo>
                  <a:close/>
                </a:path>
                <a:path w="421640" h="29210">
                  <a:moveTo>
                    <a:pt x="106197" y="8763"/>
                  </a:moveTo>
                  <a:lnTo>
                    <a:pt x="103390" y="8763"/>
                  </a:lnTo>
                  <a:lnTo>
                    <a:pt x="103508" y="20320"/>
                  </a:lnTo>
                  <a:lnTo>
                    <a:pt x="103626" y="20701"/>
                  </a:lnTo>
                  <a:lnTo>
                    <a:pt x="103704" y="20955"/>
                  </a:lnTo>
                  <a:lnTo>
                    <a:pt x="103822" y="21336"/>
                  </a:lnTo>
                  <a:lnTo>
                    <a:pt x="104673" y="22098"/>
                  </a:lnTo>
                  <a:lnTo>
                    <a:pt x="105524" y="22987"/>
                  </a:lnTo>
                  <a:lnTo>
                    <a:pt x="106718" y="23495"/>
                  </a:lnTo>
                  <a:lnTo>
                    <a:pt x="109232" y="23495"/>
                  </a:lnTo>
                  <a:lnTo>
                    <a:pt x="111340" y="22987"/>
                  </a:lnTo>
                  <a:lnTo>
                    <a:pt x="111340" y="20955"/>
                  </a:lnTo>
                  <a:lnTo>
                    <a:pt x="107772" y="20955"/>
                  </a:lnTo>
                  <a:lnTo>
                    <a:pt x="107403" y="20701"/>
                  </a:lnTo>
                  <a:lnTo>
                    <a:pt x="107156" y="20701"/>
                  </a:lnTo>
                  <a:lnTo>
                    <a:pt x="106756" y="20320"/>
                  </a:lnTo>
                  <a:lnTo>
                    <a:pt x="106387" y="19558"/>
                  </a:lnTo>
                  <a:lnTo>
                    <a:pt x="106273" y="19177"/>
                  </a:lnTo>
                  <a:lnTo>
                    <a:pt x="106197" y="8763"/>
                  </a:lnTo>
                  <a:close/>
                </a:path>
                <a:path w="421640" h="29210">
                  <a:moveTo>
                    <a:pt x="111340" y="20320"/>
                  </a:moveTo>
                  <a:lnTo>
                    <a:pt x="106756" y="20320"/>
                  </a:lnTo>
                  <a:lnTo>
                    <a:pt x="107156" y="20701"/>
                  </a:lnTo>
                  <a:lnTo>
                    <a:pt x="111340" y="20701"/>
                  </a:lnTo>
                  <a:lnTo>
                    <a:pt x="111340" y="20320"/>
                  </a:lnTo>
                  <a:close/>
                </a:path>
                <a:path w="421640" h="29210">
                  <a:moveTo>
                    <a:pt x="111340" y="6477"/>
                  </a:moveTo>
                  <a:lnTo>
                    <a:pt x="101511" y="6477"/>
                  </a:lnTo>
                  <a:lnTo>
                    <a:pt x="101511" y="8763"/>
                  </a:lnTo>
                  <a:lnTo>
                    <a:pt x="111340" y="8763"/>
                  </a:lnTo>
                  <a:lnTo>
                    <a:pt x="111340" y="6477"/>
                  </a:lnTo>
                  <a:close/>
                </a:path>
                <a:path w="421640" h="29210">
                  <a:moveTo>
                    <a:pt x="106197" y="1778"/>
                  </a:moveTo>
                  <a:lnTo>
                    <a:pt x="103390" y="1778"/>
                  </a:lnTo>
                  <a:lnTo>
                    <a:pt x="103390" y="6477"/>
                  </a:lnTo>
                  <a:lnTo>
                    <a:pt x="106197" y="6477"/>
                  </a:lnTo>
                  <a:lnTo>
                    <a:pt x="106197" y="1778"/>
                  </a:lnTo>
                  <a:close/>
                </a:path>
                <a:path w="421640" h="29210">
                  <a:moveTo>
                    <a:pt x="116408" y="6477"/>
                  </a:moveTo>
                  <a:lnTo>
                    <a:pt x="113601" y="6477"/>
                  </a:lnTo>
                  <a:lnTo>
                    <a:pt x="113653" y="18796"/>
                  </a:lnTo>
                  <a:lnTo>
                    <a:pt x="113741" y="19431"/>
                  </a:lnTo>
                  <a:lnTo>
                    <a:pt x="114175" y="20701"/>
                  </a:lnTo>
                  <a:lnTo>
                    <a:pt x="114261" y="20955"/>
                  </a:lnTo>
                  <a:lnTo>
                    <a:pt x="114630" y="21590"/>
                  </a:lnTo>
                  <a:lnTo>
                    <a:pt x="115582" y="22606"/>
                  </a:lnTo>
                  <a:lnTo>
                    <a:pt x="116327" y="23114"/>
                  </a:lnTo>
                  <a:lnTo>
                    <a:pt x="116462" y="23114"/>
                  </a:lnTo>
                  <a:lnTo>
                    <a:pt x="117424" y="23495"/>
                  </a:lnTo>
                  <a:lnTo>
                    <a:pt x="118109" y="23622"/>
                  </a:lnTo>
                  <a:lnTo>
                    <a:pt x="119786" y="23622"/>
                  </a:lnTo>
                  <a:lnTo>
                    <a:pt x="120218" y="23495"/>
                  </a:lnTo>
                  <a:lnTo>
                    <a:pt x="120391" y="23495"/>
                  </a:lnTo>
                  <a:lnTo>
                    <a:pt x="122199" y="22606"/>
                  </a:lnTo>
                  <a:lnTo>
                    <a:pt x="123012" y="22098"/>
                  </a:lnTo>
                  <a:lnTo>
                    <a:pt x="123875" y="21336"/>
                  </a:lnTo>
                  <a:lnTo>
                    <a:pt x="126669" y="21336"/>
                  </a:lnTo>
                  <a:lnTo>
                    <a:pt x="126669" y="20955"/>
                  </a:lnTo>
                  <a:lnTo>
                    <a:pt x="120243" y="20955"/>
                  </a:lnTo>
                  <a:lnTo>
                    <a:pt x="116281" y="20701"/>
                  </a:lnTo>
                  <a:lnTo>
                    <a:pt x="117678" y="20701"/>
                  </a:lnTo>
                  <a:lnTo>
                    <a:pt x="117170" y="20066"/>
                  </a:lnTo>
                  <a:lnTo>
                    <a:pt x="116789" y="19431"/>
                  </a:lnTo>
                  <a:lnTo>
                    <a:pt x="116598" y="18923"/>
                  </a:lnTo>
                  <a:lnTo>
                    <a:pt x="116497" y="18161"/>
                  </a:lnTo>
                  <a:lnTo>
                    <a:pt x="116408" y="6477"/>
                  </a:lnTo>
                  <a:close/>
                </a:path>
                <a:path w="421640" h="29210">
                  <a:moveTo>
                    <a:pt x="126669" y="21336"/>
                  </a:moveTo>
                  <a:lnTo>
                    <a:pt x="123875" y="21336"/>
                  </a:lnTo>
                  <a:lnTo>
                    <a:pt x="123875" y="23114"/>
                  </a:lnTo>
                  <a:lnTo>
                    <a:pt x="126669" y="23114"/>
                  </a:lnTo>
                  <a:lnTo>
                    <a:pt x="126669" y="21336"/>
                  </a:lnTo>
                  <a:close/>
                </a:path>
                <a:path w="421640" h="29210">
                  <a:moveTo>
                    <a:pt x="120967" y="20701"/>
                  </a:moveTo>
                  <a:lnTo>
                    <a:pt x="118065" y="20701"/>
                  </a:lnTo>
                  <a:lnTo>
                    <a:pt x="118459" y="20955"/>
                  </a:lnTo>
                  <a:lnTo>
                    <a:pt x="120243" y="20955"/>
                  </a:lnTo>
                  <a:lnTo>
                    <a:pt x="120967" y="20701"/>
                  </a:lnTo>
                  <a:close/>
                </a:path>
                <a:path w="421640" h="29210">
                  <a:moveTo>
                    <a:pt x="126669" y="6477"/>
                  </a:moveTo>
                  <a:lnTo>
                    <a:pt x="123875" y="6477"/>
                  </a:lnTo>
                  <a:lnTo>
                    <a:pt x="123875" y="18923"/>
                  </a:lnTo>
                  <a:lnTo>
                    <a:pt x="123228" y="19431"/>
                  </a:lnTo>
                  <a:lnTo>
                    <a:pt x="122516" y="19939"/>
                  </a:lnTo>
                  <a:lnTo>
                    <a:pt x="120967" y="20701"/>
                  </a:lnTo>
                  <a:lnTo>
                    <a:pt x="126669" y="20701"/>
                  </a:lnTo>
                  <a:lnTo>
                    <a:pt x="126669" y="6477"/>
                  </a:lnTo>
                  <a:close/>
                </a:path>
                <a:path w="421640" h="29210">
                  <a:moveTo>
                    <a:pt x="134023" y="6477"/>
                  </a:moveTo>
                  <a:lnTo>
                    <a:pt x="131229" y="6477"/>
                  </a:lnTo>
                  <a:lnTo>
                    <a:pt x="131229" y="23114"/>
                  </a:lnTo>
                  <a:lnTo>
                    <a:pt x="134023" y="23114"/>
                  </a:lnTo>
                  <a:lnTo>
                    <a:pt x="134023" y="11303"/>
                  </a:lnTo>
                  <a:lnTo>
                    <a:pt x="134696" y="10668"/>
                  </a:lnTo>
                  <a:lnTo>
                    <a:pt x="135394" y="10160"/>
                  </a:lnTo>
                  <a:lnTo>
                    <a:pt x="136144" y="9906"/>
                  </a:lnTo>
                  <a:lnTo>
                    <a:pt x="136880" y="9525"/>
                  </a:lnTo>
                  <a:lnTo>
                    <a:pt x="140042" y="9525"/>
                  </a:lnTo>
                  <a:lnTo>
                    <a:pt x="140042" y="9017"/>
                  </a:lnTo>
                  <a:lnTo>
                    <a:pt x="134023" y="9017"/>
                  </a:lnTo>
                  <a:lnTo>
                    <a:pt x="134023" y="6477"/>
                  </a:lnTo>
                  <a:close/>
                </a:path>
                <a:path w="421640" h="29210">
                  <a:moveTo>
                    <a:pt x="140042" y="6477"/>
                  </a:moveTo>
                  <a:lnTo>
                    <a:pt x="138188" y="6477"/>
                  </a:lnTo>
                  <a:lnTo>
                    <a:pt x="137452" y="6731"/>
                  </a:lnTo>
                  <a:lnTo>
                    <a:pt x="135940" y="7493"/>
                  </a:lnTo>
                  <a:lnTo>
                    <a:pt x="135051" y="8128"/>
                  </a:lnTo>
                  <a:lnTo>
                    <a:pt x="134023" y="9017"/>
                  </a:lnTo>
                  <a:lnTo>
                    <a:pt x="140042" y="9017"/>
                  </a:lnTo>
                  <a:lnTo>
                    <a:pt x="140042" y="6477"/>
                  </a:lnTo>
                  <a:close/>
                </a:path>
                <a:path w="421640" h="29210">
                  <a:moveTo>
                    <a:pt x="150113" y="6096"/>
                  </a:moveTo>
                  <a:lnTo>
                    <a:pt x="146799" y="6096"/>
                  </a:lnTo>
                  <a:lnTo>
                    <a:pt x="144945" y="6858"/>
                  </a:lnTo>
                  <a:lnTo>
                    <a:pt x="143404" y="8636"/>
                  </a:lnTo>
                  <a:lnTo>
                    <a:pt x="142100" y="10033"/>
                  </a:lnTo>
                  <a:lnTo>
                    <a:pt x="141723" y="11176"/>
                  </a:lnTo>
                  <a:lnTo>
                    <a:pt x="141598" y="11557"/>
                  </a:lnTo>
                  <a:lnTo>
                    <a:pt x="141389" y="12319"/>
                  </a:lnTo>
                  <a:lnTo>
                    <a:pt x="141389" y="17653"/>
                  </a:lnTo>
                  <a:lnTo>
                    <a:pt x="141995" y="19431"/>
                  </a:lnTo>
                  <a:lnTo>
                    <a:pt x="142247" y="19939"/>
                  </a:lnTo>
                  <a:lnTo>
                    <a:pt x="143586" y="21336"/>
                  </a:lnTo>
                  <a:lnTo>
                    <a:pt x="145046" y="22733"/>
                  </a:lnTo>
                  <a:lnTo>
                    <a:pt x="147104" y="23495"/>
                  </a:lnTo>
                  <a:lnTo>
                    <a:pt x="150507" y="23495"/>
                  </a:lnTo>
                  <a:lnTo>
                    <a:pt x="153289" y="23114"/>
                  </a:lnTo>
                  <a:lnTo>
                    <a:pt x="153085" y="23114"/>
                  </a:lnTo>
                  <a:lnTo>
                    <a:pt x="153733" y="22733"/>
                  </a:lnTo>
                  <a:lnTo>
                    <a:pt x="153968" y="22733"/>
                  </a:lnTo>
                  <a:lnTo>
                    <a:pt x="154711" y="22352"/>
                  </a:lnTo>
                  <a:lnTo>
                    <a:pt x="155447" y="22352"/>
                  </a:lnTo>
                  <a:lnTo>
                    <a:pt x="155447" y="21082"/>
                  </a:lnTo>
                  <a:lnTo>
                    <a:pt x="148005" y="21082"/>
                  </a:lnTo>
                  <a:lnTo>
                    <a:pt x="146996" y="20701"/>
                  </a:lnTo>
                  <a:lnTo>
                    <a:pt x="146781" y="20701"/>
                  </a:lnTo>
                  <a:lnTo>
                    <a:pt x="144716" y="18542"/>
                  </a:lnTo>
                  <a:lnTo>
                    <a:pt x="144233" y="17018"/>
                  </a:lnTo>
                  <a:lnTo>
                    <a:pt x="144233" y="15113"/>
                  </a:lnTo>
                  <a:lnTo>
                    <a:pt x="155752" y="15113"/>
                  </a:lnTo>
                  <a:lnTo>
                    <a:pt x="155752" y="12954"/>
                  </a:lnTo>
                  <a:lnTo>
                    <a:pt x="144233" y="12954"/>
                  </a:lnTo>
                  <a:lnTo>
                    <a:pt x="144297" y="12319"/>
                  </a:lnTo>
                  <a:lnTo>
                    <a:pt x="144437" y="11684"/>
                  </a:lnTo>
                  <a:lnTo>
                    <a:pt x="144609" y="11176"/>
                  </a:lnTo>
                  <a:lnTo>
                    <a:pt x="144868" y="10541"/>
                  </a:lnTo>
                  <a:lnTo>
                    <a:pt x="145107" y="10160"/>
                  </a:lnTo>
                  <a:lnTo>
                    <a:pt x="145186" y="10033"/>
                  </a:lnTo>
                  <a:lnTo>
                    <a:pt x="146024" y="9271"/>
                  </a:lnTo>
                  <a:lnTo>
                    <a:pt x="146507" y="8890"/>
                  </a:lnTo>
                  <a:lnTo>
                    <a:pt x="147027" y="8636"/>
                  </a:lnTo>
                  <a:lnTo>
                    <a:pt x="148183" y="8382"/>
                  </a:lnTo>
                  <a:lnTo>
                    <a:pt x="154388" y="8382"/>
                  </a:lnTo>
                  <a:lnTo>
                    <a:pt x="153314" y="7239"/>
                  </a:lnTo>
                  <a:lnTo>
                    <a:pt x="152790" y="6858"/>
                  </a:lnTo>
                  <a:lnTo>
                    <a:pt x="153012" y="6858"/>
                  </a:lnTo>
                  <a:lnTo>
                    <a:pt x="151028" y="6223"/>
                  </a:lnTo>
                  <a:lnTo>
                    <a:pt x="150113" y="6096"/>
                  </a:lnTo>
                  <a:close/>
                </a:path>
                <a:path w="421640" h="29210">
                  <a:moveTo>
                    <a:pt x="155447" y="19050"/>
                  </a:moveTo>
                  <a:lnTo>
                    <a:pt x="155282" y="19050"/>
                  </a:lnTo>
                  <a:lnTo>
                    <a:pt x="154940" y="19431"/>
                  </a:lnTo>
                  <a:lnTo>
                    <a:pt x="154762" y="19431"/>
                  </a:lnTo>
                  <a:lnTo>
                    <a:pt x="154063" y="19939"/>
                  </a:lnTo>
                  <a:lnTo>
                    <a:pt x="153644" y="20066"/>
                  </a:lnTo>
                  <a:lnTo>
                    <a:pt x="152406" y="20701"/>
                  </a:lnTo>
                  <a:lnTo>
                    <a:pt x="152120" y="20701"/>
                  </a:lnTo>
                  <a:lnTo>
                    <a:pt x="150348" y="21082"/>
                  </a:lnTo>
                  <a:lnTo>
                    <a:pt x="155447" y="21082"/>
                  </a:lnTo>
                  <a:lnTo>
                    <a:pt x="155447" y="19050"/>
                  </a:lnTo>
                  <a:close/>
                </a:path>
                <a:path w="421640" h="29210">
                  <a:moveTo>
                    <a:pt x="154388" y="8382"/>
                  </a:moveTo>
                  <a:lnTo>
                    <a:pt x="149682" y="8382"/>
                  </a:lnTo>
                  <a:lnTo>
                    <a:pt x="150825" y="8636"/>
                  </a:lnTo>
                  <a:lnTo>
                    <a:pt x="151333" y="8890"/>
                  </a:lnTo>
                  <a:lnTo>
                    <a:pt x="153034" y="12954"/>
                  </a:lnTo>
                  <a:lnTo>
                    <a:pt x="155752" y="12954"/>
                  </a:lnTo>
                  <a:lnTo>
                    <a:pt x="155651" y="11557"/>
                  </a:lnTo>
                  <a:lnTo>
                    <a:pt x="155600" y="11176"/>
                  </a:lnTo>
                  <a:lnTo>
                    <a:pt x="154965" y="9271"/>
                  </a:lnTo>
                  <a:lnTo>
                    <a:pt x="154584" y="8636"/>
                  </a:lnTo>
                  <a:lnTo>
                    <a:pt x="154388" y="8382"/>
                  </a:lnTo>
                  <a:close/>
                </a:path>
                <a:path w="421640" h="29210">
                  <a:moveTo>
                    <a:pt x="180162" y="22352"/>
                  </a:moveTo>
                  <a:lnTo>
                    <a:pt x="170973" y="22352"/>
                  </a:lnTo>
                  <a:lnTo>
                    <a:pt x="171386" y="22606"/>
                  </a:lnTo>
                  <a:lnTo>
                    <a:pt x="173608" y="23495"/>
                  </a:lnTo>
                  <a:lnTo>
                    <a:pt x="176136" y="23495"/>
                  </a:lnTo>
                  <a:lnTo>
                    <a:pt x="178536" y="23114"/>
                  </a:lnTo>
                  <a:lnTo>
                    <a:pt x="179349" y="22606"/>
                  </a:lnTo>
                  <a:lnTo>
                    <a:pt x="180162" y="22352"/>
                  </a:lnTo>
                  <a:close/>
                </a:path>
                <a:path w="421640" h="29210">
                  <a:moveTo>
                    <a:pt x="176390" y="6096"/>
                  </a:moveTo>
                  <a:lnTo>
                    <a:pt x="174358" y="6096"/>
                  </a:lnTo>
                  <a:lnTo>
                    <a:pt x="173304" y="6350"/>
                  </a:lnTo>
                  <a:lnTo>
                    <a:pt x="167906" y="17526"/>
                  </a:lnTo>
                  <a:lnTo>
                    <a:pt x="168668" y="19812"/>
                  </a:lnTo>
                  <a:lnTo>
                    <a:pt x="169189" y="20701"/>
                  </a:lnTo>
                  <a:lnTo>
                    <a:pt x="169875" y="21336"/>
                  </a:lnTo>
                  <a:lnTo>
                    <a:pt x="170789" y="22352"/>
                  </a:lnTo>
                  <a:lnTo>
                    <a:pt x="180390" y="22352"/>
                  </a:lnTo>
                  <a:lnTo>
                    <a:pt x="180390" y="21082"/>
                  </a:lnTo>
                  <a:lnTo>
                    <a:pt x="173926" y="21082"/>
                  </a:lnTo>
                  <a:lnTo>
                    <a:pt x="173040" y="20701"/>
                  </a:lnTo>
                  <a:lnTo>
                    <a:pt x="172839" y="20701"/>
                  </a:lnTo>
                  <a:lnTo>
                    <a:pt x="171043" y="18288"/>
                  </a:lnTo>
                  <a:lnTo>
                    <a:pt x="170624" y="16764"/>
                  </a:lnTo>
                  <a:lnTo>
                    <a:pt x="170624" y="12827"/>
                  </a:lnTo>
                  <a:lnTo>
                    <a:pt x="173515" y="8763"/>
                  </a:lnTo>
                  <a:lnTo>
                    <a:pt x="180390" y="8763"/>
                  </a:lnTo>
                  <a:lnTo>
                    <a:pt x="180390" y="7366"/>
                  </a:lnTo>
                  <a:lnTo>
                    <a:pt x="179717" y="7112"/>
                  </a:lnTo>
                  <a:lnTo>
                    <a:pt x="178968" y="6731"/>
                  </a:lnTo>
                  <a:lnTo>
                    <a:pt x="177692" y="6350"/>
                  </a:lnTo>
                  <a:lnTo>
                    <a:pt x="178142" y="6350"/>
                  </a:lnTo>
                  <a:lnTo>
                    <a:pt x="176390" y="6096"/>
                  </a:lnTo>
                  <a:close/>
                </a:path>
                <a:path w="421640" h="29210">
                  <a:moveTo>
                    <a:pt x="180390" y="19050"/>
                  </a:moveTo>
                  <a:lnTo>
                    <a:pt x="180225" y="19050"/>
                  </a:lnTo>
                  <a:lnTo>
                    <a:pt x="179406" y="19812"/>
                  </a:lnTo>
                  <a:lnTo>
                    <a:pt x="178854" y="20193"/>
                  </a:lnTo>
                  <a:lnTo>
                    <a:pt x="177203" y="20701"/>
                  </a:lnTo>
                  <a:lnTo>
                    <a:pt x="177486" y="20701"/>
                  </a:lnTo>
                  <a:lnTo>
                    <a:pt x="177215" y="20828"/>
                  </a:lnTo>
                  <a:lnTo>
                    <a:pt x="176339" y="21082"/>
                  </a:lnTo>
                  <a:lnTo>
                    <a:pt x="180390" y="21082"/>
                  </a:lnTo>
                  <a:lnTo>
                    <a:pt x="180390" y="19050"/>
                  </a:lnTo>
                  <a:close/>
                </a:path>
                <a:path w="421640" h="29210">
                  <a:moveTo>
                    <a:pt x="180390" y="10033"/>
                  </a:moveTo>
                  <a:lnTo>
                    <a:pt x="179609" y="10033"/>
                  </a:lnTo>
                  <a:lnTo>
                    <a:pt x="179768" y="10160"/>
                  </a:lnTo>
                  <a:lnTo>
                    <a:pt x="180022" y="10414"/>
                  </a:lnTo>
                  <a:lnTo>
                    <a:pt x="180225" y="10541"/>
                  </a:lnTo>
                  <a:lnTo>
                    <a:pt x="180390" y="10541"/>
                  </a:lnTo>
                  <a:lnTo>
                    <a:pt x="180390" y="10033"/>
                  </a:lnTo>
                  <a:close/>
                </a:path>
                <a:path w="421640" h="29210">
                  <a:moveTo>
                    <a:pt x="178765" y="9525"/>
                  </a:moveTo>
                  <a:lnTo>
                    <a:pt x="178536" y="9525"/>
                  </a:lnTo>
                  <a:lnTo>
                    <a:pt x="179755" y="10033"/>
                  </a:lnTo>
                  <a:lnTo>
                    <a:pt x="179527" y="10033"/>
                  </a:lnTo>
                  <a:lnTo>
                    <a:pt x="178765" y="9525"/>
                  </a:lnTo>
                  <a:close/>
                </a:path>
                <a:path w="421640" h="29210">
                  <a:moveTo>
                    <a:pt x="180390" y="8763"/>
                  </a:moveTo>
                  <a:lnTo>
                    <a:pt x="176949" y="8763"/>
                  </a:lnTo>
                  <a:lnTo>
                    <a:pt x="177469" y="8890"/>
                  </a:lnTo>
                  <a:lnTo>
                    <a:pt x="178155" y="9271"/>
                  </a:lnTo>
                  <a:lnTo>
                    <a:pt x="178320" y="9271"/>
                  </a:lnTo>
                  <a:lnTo>
                    <a:pt x="178765" y="9525"/>
                  </a:lnTo>
                  <a:lnTo>
                    <a:pt x="180390" y="9525"/>
                  </a:lnTo>
                  <a:lnTo>
                    <a:pt x="180390" y="8763"/>
                  </a:lnTo>
                  <a:close/>
                </a:path>
                <a:path w="421640" h="29210">
                  <a:moveTo>
                    <a:pt x="194824" y="8763"/>
                  </a:moveTo>
                  <a:lnTo>
                    <a:pt x="190969" y="8763"/>
                  </a:lnTo>
                  <a:lnTo>
                    <a:pt x="191858" y="9398"/>
                  </a:lnTo>
                  <a:lnTo>
                    <a:pt x="192138" y="9652"/>
                  </a:lnTo>
                  <a:lnTo>
                    <a:pt x="192531" y="10414"/>
                  </a:lnTo>
                  <a:lnTo>
                    <a:pt x="192648" y="12446"/>
                  </a:lnTo>
                  <a:lnTo>
                    <a:pt x="189801" y="12446"/>
                  </a:lnTo>
                  <a:lnTo>
                    <a:pt x="187261" y="12700"/>
                  </a:lnTo>
                  <a:lnTo>
                    <a:pt x="186156" y="12954"/>
                  </a:lnTo>
                  <a:lnTo>
                    <a:pt x="185216" y="13462"/>
                  </a:lnTo>
                  <a:lnTo>
                    <a:pt x="184175" y="13970"/>
                  </a:lnTo>
                  <a:lnTo>
                    <a:pt x="183320" y="14732"/>
                  </a:lnTo>
                  <a:lnTo>
                    <a:pt x="182435" y="16129"/>
                  </a:lnTo>
                  <a:lnTo>
                    <a:pt x="182427" y="20066"/>
                  </a:lnTo>
                  <a:lnTo>
                    <a:pt x="182747" y="20828"/>
                  </a:lnTo>
                  <a:lnTo>
                    <a:pt x="182854" y="21082"/>
                  </a:lnTo>
                  <a:lnTo>
                    <a:pt x="183210" y="21717"/>
                  </a:lnTo>
                  <a:lnTo>
                    <a:pt x="183654" y="22098"/>
                  </a:lnTo>
                  <a:lnTo>
                    <a:pt x="184306" y="22733"/>
                  </a:lnTo>
                  <a:lnTo>
                    <a:pt x="184978" y="23114"/>
                  </a:lnTo>
                  <a:lnTo>
                    <a:pt x="185902" y="23495"/>
                  </a:lnTo>
                  <a:lnTo>
                    <a:pt x="186550" y="23622"/>
                  </a:lnTo>
                  <a:lnTo>
                    <a:pt x="188061" y="23622"/>
                  </a:lnTo>
                  <a:lnTo>
                    <a:pt x="188709" y="23495"/>
                  </a:lnTo>
                  <a:lnTo>
                    <a:pt x="190093" y="23114"/>
                  </a:lnTo>
                  <a:lnTo>
                    <a:pt x="189880" y="23114"/>
                  </a:lnTo>
                  <a:lnTo>
                    <a:pt x="190614" y="22733"/>
                  </a:lnTo>
                  <a:lnTo>
                    <a:pt x="190782" y="22733"/>
                  </a:lnTo>
                  <a:lnTo>
                    <a:pt x="191719" y="22098"/>
                  </a:lnTo>
                  <a:lnTo>
                    <a:pt x="192100" y="21717"/>
                  </a:lnTo>
                  <a:lnTo>
                    <a:pt x="192405" y="21463"/>
                  </a:lnTo>
                  <a:lnTo>
                    <a:pt x="195414" y="21463"/>
                  </a:lnTo>
                  <a:lnTo>
                    <a:pt x="195414" y="20828"/>
                  </a:lnTo>
                  <a:lnTo>
                    <a:pt x="186410" y="20828"/>
                  </a:lnTo>
                  <a:lnTo>
                    <a:pt x="185343" y="19812"/>
                  </a:lnTo>
                  <a:lnTo>
                    <a:pt x="185077" y="19050"/>
                  </a:lnTo>
                  <a:lnTo>
                    <a:pt x="185125" y="17145"/>
                  </a:lnTo>
                  <a:lnTo>
                    <a:pt x="185318" y="16637"/>
                  </a:lnTo>
                  <a:lnTo>
                    <a:pt x="185800" y="16129"/>
                  </a:lnTo>
                  <a:lnTo>
                    <a:pt x="186283" y="15748"/>
                  </a:lnTo>
                  <a:lnTo>
                    <a:pt x="186905" y="15367"/>
                  </a:lnTo>
                  <a:lnTo>
                    <a:pt x="187642" y="15113"/>
                  </a:lnTo>
                  <a:lnTo>
                    <a:pt x="188277" y="14859"/>
                  </a:lnTo>
                  <a:lnTo>
                    <a:pt x="189090" y="14732"/>
                  </a:lnTo>
                  <a:lnTo>
                    <a:pt x="195414" y="14732"/>
                  </a:lnTo>
                  <a:lnTo>
                    <a:pt x="195371" y="10414"/>
                  </a:lnTo>
                  <a:lnTo>
                    <a:pt x="195262" y="9779"/>
                  </a:lnTo>
                  <a:lnTo>
                    <a:pt x="194824" y="8763"/>
                  </a:lnTo>
                  <a:close/>
                </a:path>
                <a:path w="421640" h="29210">
                  <a:moveTo>
                    <a:pt x="195414" y="21463"/>
                  </a:moveTo>
                  <a:lnTo>
                    <a:pt x="192633" y="21463"/>
                  </a:lnTo>
                  <a:lnTo>
                    <a:pt x="192633" y="23114"/>
                  </a:lnTo>
                  <a:lnTo>
                    <a:pt x="195414" y="23114"/>
                  </a:lnTo>
                  <a:lnTo>
                    <a:pt x="195414" y="21463"/>
                  </a:lnTo>
                  <a:close/>
                </a:path>
                <a:path w="421640" h="29210">
                  <a:moveTo>
                    <a:pt x="195414" y="14732"/>
                  </a:moveTo>
                  <a:lnTo>
                    <a:pt x="192633" y="14732"/>
                  </a:lnTo>
                  <a:lnTo>
                    <a:pt x="192633" y="19050"/>
                  </a:lnTo>
                  <a:lnTo>
                    <a:pt x="192011" y="19558"/>
                  </a:lnTo>
                  <a:lnTo>
                    <a:pt x="191338" y="20066"/>
                  </a:lnTo>
                  <a:lnTo>
                    <a:pt x="189915" y="20828"/>
                  </a:lnTo>
                  <a:lnTo>
                    <a:pt x="195414" y="20828"/>
                  </a:lnTo>
                  <a:lnTo>
                    <a:pt x="195414" y="14732"/>
                  </a:lnTo>
                  <a:close/>
                </a:path>
                <a:path w="421640" h="29210">
                  <a:moveTo>
                    <a:pt x="192989" y="6858"/>
                  </a:moveTo>
                  <a:lnTo>
                    <a:pt x="183540" y="6858"/>
                  </a:lnTo>
                  <a:lnTo>
                    <a:pt x="183540" y="9652"/>
                  </a:lnTo>
                  <a:lnTo>
                    <a:pt x="183705" y="9652"/>
                  </a:lnTo>
                  <a:lnTo>
                    <a:pt x="184581" y="9398"/>
                  </a:lnTo>
                  <a:lnTo>
                    <a:pt x="185157" y="9144"/>
                  </a:lnTo>
                  <a:lnTo>
                    <a:pt x="184569" y="9144"/>
                  </a:lnTo>
                  <a:lnTo>
                    <a:pt x="187198" y="8763"/>
                  </a:lnTo>
                  <a:lnTo>
                    <a:pt x="194824" y="8763"/>
                  </a:lnTo>
                  <a:lnTo>
                    <a:pt x="194678" y="8382"/>
                  </a:lnTo>
                  <a:lnTo>
                    <a:pt x="194221" y="7747"/>
                  </a:lnTo>
                  <a:lnTo>
                    <a:pt x="193611" y="7366"/>
                  </a:lnTo>
                  <a:lnTo>
                    <a:pt x="192989" y="6858"/>
                  </a:lnTo>
                  <a:close/>
                </a:path>
                <a:path w="421640" h="29210">
                  <a:moveTo>
                    <a:pt x="189750" y="6096"/>
                  </a:moveTo>
                  <a:lnTo>
                    <a:pt x="187667" y="6096"/>
                  </a:lnTo>
                  <a:lnTo>
                    <a:pt x="185762" y="6350"/>
                  </a:lnTo>
                  <a:lnTo>
                    <a:pt x="183832" y="6858"/>
                  </a:lnTo>
                  <a:lnTo>
                    <a:pt x="183324" y="6858"/>
                  </a:lnTo>
                  <a:lnTo>
                    <a:pt x="186270" y="6350"/>
                  </a:lnTo>
                  <a:lnTo>
                    <a:pt x="191681" y="6350"/>
                  </a:lnTo>
                  <a:lnTo>
                    <a:pt x="189750" y="6096"/>
                  </a:lnTo>
                  <a:close/>
                </a:path>
                <a:path w="421640" h="29210">
                  <a:moveTo>
                    <a:pt x="202590" y="6477"/>
                  </a:moveTo>
                  <a:lnTo>
                    <a:pt x="199821" y="6477"/>
                  </a:lnTo>
                  <a:lnTo>
                    <a:pt x="199821" y="23114"/>
                  </a:lnTo>
                  <a:lnTo>
                    <a:pt x="202590" y="23114"/>
                  </a:lnTo>
                  <a:lnTo>
                    <a:pt x="202590" y="10668"/>
                  </a:lnTo>
                  <a:lnTo>
                    <a:pt x="203161" y="10287"/>
                  </a:lnTo>
                  <a:lnTo>
                    <a:pt x="203987" y="9652"/>
                  </a:lnTo>
                  <a:lnTo>
                    <a:pt x="205765" y="8763"/>
                  </a:lnTo>
                  <a:lnTo>
                    <a:pt x="212369" y="8763"/>
                  </a:lnTo>
                  <a:lnTo>
                    <a:pt x="212073" y="8382"/>
                  </a:lnTo>
                  <a:lnTo>
                    <a:pt x="202590" y="8382"/>
                  </a:lnTo>
                  <a:lnTo>
                    <a:pt x="202590" y="6477"/>
                  </a:lnTo>
                  <a:close/>
                </a:path>
                <a:path w="421640" h="29210">
                  <a:moveTo>
                    <a:pt x="212454" y="9017"/>
                  </a:moveTo>
                  <a:lnTo>
                    <a:pt x="208559" y="9017"/>
                  </a:lnTo>
                  <a:lnTo>
                    <a:pt x="209067" y="9271"/>
                  </a:lnTo>
                  <a:lnTo>
                    <a:pt x="209406" y="9652"/>
                  </a:lnTo>
                  <a:lnTo>
                    <a:pt x="209575" y="9906"/>
                  </a:lnTo>
                  <a:lnTo>
                    <a:pt x="209854" y="10668"/>
                  </a:lnTo>
                  <a:lnTo>
                    <a:pt x="209956" y="11557"/>
                  </a:lnTo>
                  <a:lnTo>
                    <a:pt x="210083" y="12192"/>
                  </a:lnTo>
                  <a:lnTo>
                    <a:pt x="210083" y="23114"/>
                  </a:lnTo>
                  <a:lnTo>
                    <a:pt x="212877" y="23114"/>
                  </a:lnTo>
                  <a:lnTo>
                    <a:pt x="212877" y="10287"/>
                  </a:lnTo>
                  <a:lnTo>
                    <a:pt x="212538" y="9271"/>
                  </a:lnTo>
                  <a:lnTo>
                    <a:pt x="212454" y="9017"/>
                  </a:lnTo>
                  <a:close/>
                </a:path>
                <a:path w="421640" h="29210">
                  <a:moveTo>
                    <a:pt x="208178" y="8763"/>
                  </a:moveTo>
                  <a:lnTo>
                    <a:pt x="206273" y="8763"/>
                  </a:lnTo>
                  <a:lnTo>
                    <a:pt x="204749" y="9017"/>
                  </a:lnTo>
                  <a:lnTo>
                    <a:pt x="208559" y="9017"/>
                  </a:lnTo>
                  <a:lnTo>
                    <a:pt x="208178" y="8763"/>
                  </a:lnTo>
                  <a:close/>
                </a:path>
                <a:path w="421640" h="29210">
                  <a:moveTo>
                    <a:pt x="209321" y="6096"/>
                  </a:moveTo>
                  <a:lnTo>
                    <a:pt x="206781" y="6096"/>
                  </a:lnTo>
                  <a:lnTo>
                    <a:pt x="205892" y="6223"/>
                  </a:lnTo>
                  <a:lnTo>
                    <a:pt x="205130" y="6604"/>
                  </a:lnTo>
                  <a:lnTo>
                    <a:pt x="204241" y="6985"/>
                  </a:lnTo>
                  <a:lnTo>
                    <a:pt x="202590" y="8382"/>
                  </a:lnTo>
                  <a:lnTo>
                    <a:pt x="212073" y="8382"/>
                  </a:lnTo>
                  <a:lnTo>
                    <a:pt x="211480" y="7620"/>
                  </a:lnTo>
                  <a:lnTo>
                    <a:pt x="210591" y="6604"/>
                  </a:lnTo>
                  <a:lnTo>
                    <a:pt x="209321" y="6096"/>
                  </a:lnTo>
                  <a:close/>
                </a:path>
                <a:path w="421640" h="29210">
                  <a:moveTo>
                    <a:pt x="220116" y="0"/>
                  </a:moveTo>
                  <a:lnTo>
                    <a:pt x="216814" y="0"/>
                  </a:lnTo>
                  <a:lnTo>
                    <a:pt x="217449" y="8636"/>
                  </a:lnTo>
                  <a:lnTo>
                    <a:pt x="219481" y="8636"/>
                  </a:lnTo>
                  <a:lnTo>
                    <a:pt x="220116" y="0"/>
                  </a:lnTo>
                  <a:close/>
                </a:path>
                <a:path w="421640" h="29210">
                  <a:moveTo>
                    <a:pt x="226974" y="8763"/>
                  </a:moveTo>
                  <a:lnTo>
                    <a:pt x="224180" y="8763"/>
                  </a:lnTo>
                  <a:lnTo>
                    <a:pt x="224284" y="20320"/>
                  </a:lnTo>
                  <a:lnTo>
                    <a:pt x="224388" y="20701"/>
                  </a:lnTo>
                  <a:lnTo>
                    <a:pt x="224457" y="20955"/>
                  </a:lnTo>
                  <a:lnTo>
                    <a:pt x="224561" y="21336"/>
                  </a:lnTo>
                  <a:lnTo>
                    <a:pt x="225450" y="22098"/>
                  </a:lnTo>
                  <a:lnTo>
                    <a:pt x="226212" y="22987"/>
                  </a:lnTo>
                  <a:lnTo>
                    <a:pt x="227482" y="23495"/>
                  </a:lnTo>
                  <a:lnTo>
                    <a:pt x="230022" y="23495"/>
                  </a:lnTo>
                  <a:lnTo>
                    <a:pt x="232054" y="22987"/>
                  </a:lnTo>
                  <a:lnTo>
                    <a:pt x="232054" y="20955"/>
                  </a:lnTo>
                  <a:lnTo>
                    <a:pt x="228498" y="20955"/>
                  </a:lnTo>
                  <a:lnTo>
                    <a:pt x="228117" y="20701"/>
                  </a:lnTo>
                  <a:lnTo>
                    <a:pt x="227863" y="20701"/>
                  </a:lnTo>
                  <a:lnTo>
                    <a:pt x="227482" y="20320"/>
                  </a:lnTo>
                  <a:lnTo>
                    <a:pt x="227355" y="19939"/>
                  </a:lnTo>
                  <a:lnTo>
                    <a:pt x="227101" y="19558"/>
                  </a:lnTo>
                  <a:lnTo>
                    <a:pt x="226974" y="19177"/>
                  </a:lnTo>
                  <a:lnTo>
                    <a:pt x="226974" y="8763"/>
                  </a:lnTo>
                  <a:close/>
                </a:path>
                <a:path w="421640" h="29210">
                  <a:moveTo>
                    <a:pt x="232054" y="20320"/>
                  </a:moveTo>
                  <a:lnTo>
                    <a:pt x="227482" y="20320"/>
                  </a:lnTo>
                  <a:lnTo>
                    <a:pt x="227863" y="20701"/>
                  </a:lnTo>
                  <a:lnTo>
                    <a:pt x="232054" y="20701"/>
                  </a:lnTo>
                  <a:lnTo>
                    <a:pt x="232054" y="20320"/>
                  </a:lnTo>
                  <a:close/>
                </a:path>
                <a:path w="421640" h="29210">
                  <a:moveTo>
                    <a:pt x="232054" y="6477"/>
                  </a:moveTo>
                  <a:lnTo>
                    <a:pt x="222275" y="6477"/>
                  </a:lnTo>
                  <a:lnTo>
                    <a:pt x="222275" y="8763"/>
                  </a:lnTo>
                  <a:lnTo>
                    <a:pt x="232054" y="8763"/>
                  </a:lnTo>
                  <a:lnTo>
                    <a:pt x="232054" y="6477"/>
                  </a:lnTo>
                  <a:close/>
                </a:path>
                <a:path w="421640" h="29210">
                  <a:moveTo>
                    <a:pt x="226974" y="1778"/>
                  </a:moveTo>
                  <a:lnTo>
                    <a:pt x="224180" y="1778"/>
                  </a:lnTo>
                  <a:lnTo>
                    <a:pt x="224180" y="6477"/>
                  </a:lnTo>
                  <a:lnTo>
                    <a:pt x="226974" y="6477"/>
                  </a:lnTo>
                  <a:lnTo>
                    <a:pt x="226974" y="1778"/>
                  </a:lnTo>
                  <a:close/>
                </a:path>
                <a:path w="421640" h="29210">
                  <a:moveTo>
                    <a:pt x="255207" y="22352"/>
                  </a:moveTo>
                  <a:lnTo>
                    <a:pt x="247040" y="22352"/>
                  </a:lnTo>
                  <a:lnTo>
                    <a:pt x="247675" y="22733"/>
                  </a:lnTo>
                  <a:lnTo>
                    <a:pt x="249580" y="23495"/>
                  </a:lnTo>
                  <a:lnTo>
                    <a:pt x="250342" y="23622"/>
                  </a:lnTo>
                  <a:lnTo>
                    <a:pt x="253263" y="23622"/>
                  </a:lnTo>
                  <a:lnTo>
                    <a:pt x="254914" y="22733"/>
                  </a:lnTo>
                  <a:lnTo>
                    <a:pt x="255207" y="22352"/>
                  </a:lnTo>
                  <a:close/>
                </a:path>
                <a:path w="421640" h="29210">
                  <a:moveTo>
                    <a:pt x="247040" y="0"/>
                  </a:moveTo>
                  <a:lnTo>
                    <a:pt x="244246" y="0"/>
                  </a:lnTo>
                  <a:lnTo>
                    <a:pt x="244246" y="23114"/>
                  </a:lnTo>
                  <a:lnTo>
                    <a:pt x="246913" y="23114"/>
                  </a:lnTo>
                  <a:lnTo>
                    <a:pt x="246976" y="22733"/>
                  </a:lnTo>
                  <a:lnTo>
                    <a:pt x="247040" y="22352"/>
                  </a:lnTo>
                  <a:lnTo>
                    <a:pt x="255207" y="22352"/>
                  </a:lnTo>
                  <a:lnTo>
                    <a:pt x="256184" y="21082"/>
                  </a:lnTo>
                  <a:lnTo>
                    <a:pt x="249961" y="21082"/>
                  </a:lnTo>
                  <a:lnTo>
                    <a:pt x="248437" y="20701"/>
                  </a:lnTo>
                  <a:lnTo>
                    <a:pt x="247040" y="20066"/>
                  </a:lnTo>
                  <a:lnTo>
                    <a:pt x="247040" y="10541"/>
                  </a:lnTo>
                  <a:lnTo>
                    <a:pt x="247675" y="10033"/>
                  </a:lnTo>
                  <a:lnTo>
                    <a:pt x="249961" y="8890"/>
                  </a:lnTo>
                  <a:lnTo>
                    <a:pt x="250723" y="8763"/>
                  </a:lnTo>
                  <a:lnTo>
                    <a:pt x="256946" y="8763"/>
                  </a:lnTo>
                  <a:lnTo>
                    <a:pt x="256565" y="8255"/>
                  </a:lnTo>
                  <a:lnTo>
                    <a:pt x="247040" y="8255"/>
                  </a:lnTo>
                  <a:lnTo>
                    <a:pt x="247040" y="0"/>
                  </a:lnTo>
                  <a:close/>
                </a:path>
                <a:path w="421640" h="29210">
                  <a:moveTo>
                    <a:pt x="256946" y="8763"/>
                  </a:moveTo>
                  <a:lnTo>
                    <a:pt x="252882" y="8763"/>
                  </a:lnTo>
                  <a:lnTo>
                    <a:pt x="253771" y="9271"/>
                  </a:lnTo>
                  <a:lnTo>
                    <a:pt x="255041" y="11303"/>
                  </a:lnTo>
                  <a:lnTo>
                    <a:pt x="255147" y="11938"/>
                  </a:lnTo>
                  <a:lnTo>
                    <a:pt x="255207" y="17272"/>
                  </a:lnTo>
                  <a:lnTo>
                    <a:pt x="254914" y="18542"/>
                  </a:lnTo>
                  <a:lnTo>
                    <a:pt x="254152" y="19558"/>
                  </a:lnTo>
                  <a:lnTo>
                    <a:pt x="253152" y="20701"/>
                  </a:lnTo>
                  <a:lnTo>
                    <a:pt x="252977" y="20701"/>
                  </a:lnTo>
                  <a:lnTo>
                    <a:pt x="252120" y="21082"/>
                  </a:lnTo>
                  <a:lnTo>
                    <a:pt x="256184" y="21082"/>
                  </a:lnTo>
                  <a:lnTo>
                    <a:pt x="257473" y="19558"/>
                  </a:lnTo>
                  <a:lnTo>
                    <a:pt x="257842" y="18542"/>
                  </a:lnTo>
                  <a:lnTo>
                    <a:pt x="258216" y="17272"/>
                  </a:lnTo>
                  <a:lnTo>
                    <a:pt x="258216" y="11938"/>
                  </a:lnTo>
                  <a:lnTo>
                    <a:pt x="257887" y="10541"/>
                  </a:lnTo>
                  <a:lnTo>
                    <a:pt x="257768" y="10033"/>
                  </a:lnTo>
                  <a:lnTo>
                    <a:pt x="257708" y="9779"/>
                  </a:lnTo>
                  <a:lnTo>
                    <a:pt x="257041" y="8890"/>
                  </a:lnTo>
                  <a:lnTo>
                    <a:pt x="256946" y="8763"/>
                  </a:lnTo>
                  <a:close/>
                </a:path>
                <a:path w="421640" h="29210">
                  <a:moveTo>
                    <a:pt x="254025" y="6096"/>
                  </a:moveTo>
                  <a:lnTo>
                    <a:pt x="251104" y="6096"/>
                  </a:lnTo>
                  <a:lnTo>
                    <a:pt x="250215" y="6223"/>
                  </a:lnTo>
                  <a:lnTo>
                    <a:pt x="249072" y="6858"/>
                  </a:lnTo>
                  <a:lnTo>
                    <a:pt x="248564" y="7112"/>
                  </a:lnTo>
                  <a:lnTo>
                    <a:pt x="247802" y="7620"/>
                  </a:lnTo>
                  <a:lnTo>
                    <a:pt x="247040" y="8255"/>
                  </a:lnTo>
                  <a:lnTo>
                    <a:pt x="256565" y="8255"/>
                  </a:lnTo>
                  <a:lnTo>
                    <a:pt x="255549" y="6858"/>
                  </a:lnTo>
                  <a:lnTo>
                    <a:pt x="254025" y="6096"/>
                  </a:lnTo>
                  <a:close/>
                </a:path>
                <a:path w="421640" h="29210">
                  <a:moveTo>
                    <a:pt x="269138" y="6096"/>
                  </a:moveTo>
                  <a:lnTo>
                    <a:pt x="265836" y="6096"/>
                  </a:lnTo>
                  <a:lnTo>
                    <a:pt x="264058" y="6858"/>
                  </a:lnTo>
                  <a:lnTo>
                    <a:pt x="261137" y="10033"/>
                  </a:lnTo>
                  <a:lnTo>
                    <a:pt x="260502" y="12192"/>
                  </a:lnTo>
                  <a:lnTo>
                    <a:pt x="260502" y="17653"/>
                  </a:lnTo>
                  <a:lnTo>
                    <a:pt x="266217" y="23495"/>
                  </a:lnTo>
                  <a:lnTo>
                    <a:pt x="269646" y="23495"/>
                  </a:lnTo>
                  <a:lnTo>
                    <a:pt x="272313" y="23114"/>
                  </a:lnTo>
                  <a:lnTo>
                    <a:pt x="272059" y="23114"/>
                  </a:lnTo>
                  <a:lnTo>
                    <a:pt x="272821" y="22733"/>
                  </a:lnTo>
                  <a:lnTo>
                    <a:pt x="273075" y="22733"/>
                  </a:lnTo>
                  <a:lnTo>
                    <a:pt x="273837" y="22352"/>
                  </a:lnTo>
                  <a:lnTo>
                    <a:pt x="274482" y="22352"/>
                  </a:lnTo>
                  <a:lnTo>
                    <a:pt x="274430" y="21082"/>
                  </a:lnTo>
                  <a:lnTo>
                    <a:pt x="267106" y="21082"/>
                  </a:lnTo>
                  <a:lnTo>
                    <a:pt x="266058" y="20701"/>
                  </a:lnTo>
                  <a:lnTo>
                    <a:pt x="265820" y="20701"/>
                  </a:lnTo>
                  <a:lnTo>
                    <a:pt x="264820" y="19558"/>
                  </a:lnTo>
                  <a:lnTo>
                    <a:pt x="263804" y="18542"/>
                  </a:lnTo>
                  <a:lnTo>
                    <a:pt x="263296" y="17018"/>
                  </a:lnTo>
                  <a:lnTo>
                    <a:pt x="263296" y="15113"/>
                  </a:lnTo>
                  <a:lnTo>
                    <a:pt x="274853" y="15113"/>
                  </a:lnTo>
                  <a:lnTo>
                    <a:pt x="274783" y="12954"/>
                  </a:lnTo>
                  <a:lnTo>
                    <a:pt x="263296" y="12954"/>
                  </a:lnTo>
                  <a:lnTo>
                    <a:pt x="263575" y="11557"/>
                  </a:lnTo>
                  <a:lnTo>
                    <a:pt x="263652" y="11176"/>
                  </a:lnTo>
                  <a:lnTo>
                    <a:pt x="263931" y="10541"/>
                  </a:lnTo>
                  <a:lnTo>
                    <a:pt x="264217" y="10160"/>
                  </a:lnTo>
                  <a:lnTo>
                    <a:pt x="264312" y="10033"/>
                  </a:lnTo>
                  <a:lnTo>
                    <a:pt x="265074" y="9271"/>
                  </a:lnTo>
                  <a:lnTo>
                    <a:pt x="265582" y="8890"/>
                  </a:lnTo>
                  <a:lnTo>
                    <a:pt x="266090" y="8636"/>
                  </a:lnTo>
                  <a:lnTo>
                    <a:pt x="267233" y="8382"/>
                  </a:lnTo>
                  <a:lnTo>
                    <a:pt x="273456" y="8382"/>
                  </a:lnTo>
                  <a:lnTo>
                    <a:pt x="272948" y="7874"/>
                  </a:lnTo>
                  <a:lnTo>
                    <a:pt x="272440" y="7239"/>
                  </a:lnTo>
                  <a:lnTo>
                    <a:pt x="271868" y="6858"/>
                  </a:lnTo>
                  <a:lnTo>
                    <a:pt x="272059" y="6858"/>
                  </a:lnTo>
                  <a:lnTo>
                    <a:pt x="270154" y="6223"/>
                  </a:lnTo>
                  <a:lnTo>
                    <a:pt x="269138" y="6096"/>
                  </a:lnTo>
                  <a:close/>
                </a:path>
                <a:path w="421640" h="29210">
                  <a:moveTo>
                    <a:pt x="274345" y="19050"/>
                  </a:moveTo>
                  <a:lnTo>
                    <a:pt x="273837" y="19558"/>
                  </a:lnTo>
                  <a:lnTo>
                    <a:pt x="273583" y="19558"/>
                  </a:lnTo>
                  <a:lnTo>
                    <a:pt x="273202" y="19939"/>
                  </a:lnTo>
                  <a:lnTo>
                    <a:pt x="272694" y="20066"/>
                  </a:lnTo>
                  <a:lnTo>
                    <a:pt x="271297" y="20701"/>
                  </a:lnTo>
                  <a:lnTo>
                    <a:pt x="269392" y="21082"/>
                  </a:lnTo>
                  <a:lnTo>
                    <a:pt x="274430" y="21082"/>
                  </a:lnTo>
                  <a:lnTo>
                    <a:pt x="274345" y="19050"/>
                  </a:lnTo>
                  <a:close/>
                </a:path>
                <a:path w="421640" h="29210">
                  <a:moveTo>
                    <a:pt x="273456" y="8382"/>
                  </a:moveTo>
                  <a:lnTo>
                    <a:pt x="268757" y="8382"/>
                  </a:lnTo>
                  <a:lnTo>
                    <a:pt x="269900" y="8636"/>
                  </a:lnTo>
                  <a:lnTo>
                    <a:pt x="270408" y="8890"/>
                  </a:lnTo>
                  <a:lnTo>
                    <a:pt x="271170" y="9652"/>
                  </a:lnTo>
                  <a:lnTo>
                    <a:pt x="271678" y="10414"/>
                  </a:lnTo>
                  <a:lnTo>
                    <a:pt x="271868" y="11176"/>
                  </a:lnTo>
                  <a:lnTo>
                    <a:pt x="272059" y="11557"/>
                  </a:lnTo>
                  <a:lnTo>
                    <a:pt x="272059" y="12954"/>
                  </a:lnTo>
                  <a:lnTo>
                    <a:pt x="274783" y="12954"/>
                  </a:lnTo>
                  <a:lnTo>
                    <a:pt x="274726" y="11176"/>
                  </a:lnTo>
                  <a:lnTo>
                    <a:pt x="274488" y="10541"/>
                  </a:lnTo>
                  <a:lnTo>
                    <a:pt x="274440" y="10414"/>
                  </a:lnTo>
                  <a:lnTo>
                    <a:pt x="274345" y="10160"/>
                  </a:lnTo>
                  <a:lnTo>
                    <a:pt x="274309" y="10033"/>
                  </a:lnTo>
                  <a:lnTo>
                    <a:pt x="274200" y="9652"/>
                  </a:lnTo>
                  <a:lnTo>
                    <a:pt x="274091" y="9271"/>
                  </a:lnTo>
                  <a:lnTo>
                    <a:pt x="273668" y="8636"/>
                  </a:lnTo>
                  <a:lnTo>
                    <a:pt x="273456" y="8382"/>
                  </a:lnTo>
                  <a:close/>
                </a:path>
                <a:path w="421640" h="29210">
                  <a:moveTo>
                    <a:pt x="294030" y="23495"/>
                  </a:moveTo>
                  <a:lnTo>
                    <a:pt x="291680" y="23495"/>
                  </a:lnTo>
                  <a:lnTo>
                    <a:pt x="292125" y="23622"/>
                  </a:lnTo>
                  <a:lnTo>
                    <a:pt x="293522" y="23622"/>
                  </a:lnTo>
                  <a:lnTo>
                    <a:pt x="294030" y="23495"/>
                  </a:lnTo>
                  <a:close/>
                </a:path>
                <a:path w="421640" h="29210">
                  <a:moveTo>
                    <a:pt x="297205" y="6731"/>
                  </a:moveTo>
                  <a:lnTo>
                    <a:pt x="290887" y="6731"/>
                  </a:lnTo>
                  <a:lnTo>
                    <a:pt x="290220" y="7112"/>
                  </a:lnTo>
                  <a:lnTo>
                    <a:pt x="286918" y="12827"/>
                  </a:lnTo>
                  <a:lnTo>
                    <a:pt x="286918" y="17526"/>
                  </a:lnTo>
                  <a:lnTo>
                    <a:pt x="287299" y="18669"/>
                  </a:lnTo>
                  <a:lnTo>
                    <a:pt x="287394" y="19050"/>
                  </a:lnTo>
                  <a:lnTo>
                    <a:pt x="287489" y="19431"/>
                  </a:lnTo>
                  <a:lnTo>
                    <a:pt x="287553" y="19685"/>
                  </a:lnTo>
                  <a:lnTo>
                    <a:pt x="287839" y="20447"/>
                  </a:lnTo>
                  <a:lnTo>
                    <a:pt x="287934" y="20701"/>
                  </a:lnTo>
                  <a:lnTo>
                    <a:pt x="288654" y="21463"/>
                  </a:lnTo>
                  <a:lnTo>
                    <a:pt x="289077" y="22098"/>
                  </a:lnTo>
                  <a:lnTo>
                    <a:pt x="289394" y="22352"/>
                  </a:lnTo>
                  <a:lnTo>
                    <a:pt x="289966" y="22733"/>
                  </a:lnTo>
                  <a:lnTo>
                    <a:pt x="291490" y="23495"/>
                  </a:lnTo>
                  <a:lnTo>
                    <a:pt x="294538" y="23495"/>
                  </a:lnTo>
                  <a:lnTo>
                    <a:pt x="295681" y="23114"/>
                  </a:lnTo>
                  <a:lnTo>
                    <a:pt x="295490" y="23114"/>
                  </a:lnTo>
                  <a:lnTo>
                    <a:pt x="296062" y="22733"/>
                  </a:lnTo>
                  <a:lnTo>
                    <a:pt x="296252" y="22733"/>
                  </a:lnTo>
                  <a:lnTo>
                    <a:pt x="296824" y="22352"/>
                  </a:lnTo>
                  <a:lnTo>
                    <a:pt x="297078" y="22098"/>
                  </a:lnTo>
                  <a:lnTo>
                    <a:pt x="297459" y="21844"/>
                  </a:lnTo>
                  <a:lnTo>
                    <a:pt x="297967" y="21463"/>
                  </a:lnTo>
                  <a:lnTo>
                    <a:pt x="300761" y="21463"/>
                  </a:lnTo>
                  <a:lnTo>
                    <a:pt x="300761" y="20955"/>
                  </a:lnTo>
                  <a:lnTo>
                    <a:pt x="292252" y="20955"/>
                  </a:lnTo>
                  <a:lnTo>
                    <a:pt x="291236" y="20447"/>
                  </a:lnTo>
                  <a:lnTo>
                    <a:pt x="290601" y="19431"/>
                  </a:lnTo>
                  <a:lnTo>
                    <a:pt x="289966" y="18288"/>
                  </a:lnTo>
                  <a:lnTo>
                    <a:pt x="289827" y="17526"/>
                  </a:lnTo>
                  <a:lnTo>
                    <a:pt x="289712" y="12827"/>
                  </a:lnTo>
                  <a:lnTo>
                    <a:pt x="290093" y="11303"/>
                  </a:lnTo>
                  <a:lnTo>
                    <a:pt x="290855" y="10160"/>
                  </a:lnTo>
                  <a:lnTo>
                    <a:pt x="291744" y="9144"/>
                  </a:lnTo>
                  <a:lnTo>
                    <a:pt x="292601" y="8763"/>
                  </a:lnTo>
                  <a:lnTo>
                    <a:pt x="300761" y="8763"/>
                  </a:lnTo>
                  <a:lnTo>
                    <a:pt x="300761" y="7112"/>
                  </a:lnTo>
                  <a:lnTo>
                    <a:pt x="297967" y="7112"/>
                  </a:lnTo>
                  <a:lnTo>
                    <a:pt x="297205" y="6731"/>
                  </a:lnTo>
                  <a:close/>
                </a:path>
                <a:path w="421640" h="29210">
                  <a:moveTo>
                    <a:pt x="300761" y="21463"/>
                  </a:moveTo>
                  <a:lnTo>
                    <a:pt x="297967" y="21463"/>
                  </a:lnTo>
                  <a:lnTo>
                    <a:pt x="297967" y="23114"/>
                  </a:lnTo>
                  <a:lnTo>
                    <a:pt x="300761" y="23114"/>
                  </a:lnTo>
                  <a:lnTo>
                    <a:pt x="300761" y="21463"/>
                  </a:lnTo>
                  <a:close/>
                </a:path>
                <a:path w="421640" h="29210">
                  <a:moveTo>
                    <a:pt x="300761" y="8763"/>
                  </a:moveTo>
                  <a:lnTo>
                    <a:pt x="296062" y="8763"/>
                  </a:lnTo>
                  <a:lnTo>
                    <a:pt x="296570" y="8890"/>
                  </a:lnTo>
                  <a:lnTo>
                    <a:pt x="297205" y="9144"/>
                  </a:lnTo>
                  <a:lnTo>
                    <a:pt x="297967" y="9525"/>
                  </a:lnTo>
                  <a:lnTo>
                    <a:pt x="297967" y="19050"/>
                  </a:lnTo>
                  <a:lnTo>
                    <a:pt x="297332" y="19685"/>
                  </a:lnTo>
                  <a:lnTo>
                    <a:pt x="295808" y="20447"/>
                  </a:lnTo>
                  <a:lnTo>
                    <a:pt x="295046" y="20701"/>
                  </a:lnTo>
                  <a:lnTo>
                    <a:pt x="294411" y="20955"/>
                  </a:lnTo>
                  <a:lnTo>
                    <a:pt x="300761" y="20955"/>
                  </a:lnTo>
                  <a:lnTo>
                    <a:pt x="300761" y="8763"/>
                  </a:lnTo>
                  <a:close/>
                </a:path>
                <a:path w="421640" h="29210">
                  <a:moveTo>
                    <a:pt x="300761" y="6731"/>
                  </a:moveTo>
                  <a:lnTo>
                    <a:pt x="297967" y="6731"/>
                  </a:lnTo>
                  <a:lnTo>
                    <a:pt x="297967" y="7112"/>
                  </a:lnTo>
                  <a:lnTo>
                    <a:pt x="300761" y="7112"/>
                  </a:lnTo>
                  <a:lnTo>
                    <a:pt x="300761" y="6731"/>
                  </a:lnTo>
                  <a:close/>
                </a:path>
                <a:path w="421640" h="29210">
                  <a:moveTo>
                    <a:pt x="297967" y="6477"/>
                  </a:moveTo>
                  <a:lnTo>
                    <a:pt x="296570" y="6477"/>
                  </a:lnTo>
                  <a:lnTo>
                    <a:pt x="297205" y="6731"/>
                  </a:lnTo>
                  <a:lnTo>
                    <a:pt x="297967" y="6731"/>
                  </a:lnTo>
                  <a:lnTo>
                    <a:pt x="297967" y="6477"/>
                  </a:lnTo>
                  <a:close/>
                </a:path>
                <a:path w="421640" h="29210">
                  <a:moveTo>
                    <a:pt x="295427" y="6096"/>
                  </a:moveTo>
                  <a:lnTo>
                    <a:pt x="292294" y="6096"/>
                  </a:lnTo>
                  <a:lnTo>
                    <a:pt x="291405" y="6477"/>
                  </a:lnTo>
                  <a:lnTo>
                    <a:pt x="296189" y="6477"/>
                  </a:lnTo>
                  <a:lnTo>
                    <a:pt x="295427" y="6096"/>
                  </a:lnTo>
                  <a:close/>
                </a:path>
                <a:path w="421640" h="29210">
                  <a:moveTo>
                    <a:pt x="300761" y="0"/>
                  </a:moveTo>
                  <a:lnTo>
                    <a:pt x="297967" y="0"/>
                  </a:lnTo>
                  <a:lnTo>
                    <a:pt x="297967" y="6477"/>
                  </a:lnTo>
                  <a:lnTo>
                    <a:pt x="300761" y="6477"/>
                  </a:lnTo>
                  <a:lnTo>
                    <a:pt x="300761" y="0"/>
                  </a:lnTo>
                  <a:close/>
                </a:path>
                <a:path w="421640" h="29210">
                  <a:moveTo>
                    <a:pt x="308127" y="6477"/>
                  </a:moveTo>
                  <a:lnTo>
                    <a:pt x="305333" y="6477"/>
                  </a:lnTo>
                  <a:lnTo>
                    <a:pt x="305333" y="23114"/>
                  </a:lnTo>
                  <a:lnTo>
                    <a:pt x="308127" y="23114"/>
                  </a:lnTo>
                  <a:lnTo>
                    <a:pt x="308127" y="6477"/>
                  </a:lnTo>
                  <a:close/>
                </a:path>
                <a:path w="421640" h="29210">
                  <a:moveTo>
                    <a:pt x="308381" y="762"/>
                  </a:moveTo>
                  <a:lnTo>
                    <a:pt x="305206" y="762"/>
                  </a:lnTo>
                  <a:lnTo>
                    <a:pt x="305206" y="3683"/>
                  </a:lnTo>
                  <a:lnTo>
                    <a:pt x="308381" y="3683"/>
                  </a:lnTo>
                  <a:lnTo>
                    <a:pt x="308381" y="762"/>
                  </a:lnTo>
                  <a:close/>
                </a:path>
                <a:path w="421640" h="29210">
                  <a:moveTo>
                    <a:pt x="311810" y="19177"/>
                  </a:moveTo>
                  <a:lnTo>
                    <a:pt x="311429" y="19177"/>
                  </a:lnTo>
                  <a:lnTo>
                    <a:pt x="311429" y="22098"/>
                  </a:lnTo>
                  <a:lnTo>
                    <a:pt x="312064" y="22479"/>
                  </a:lnTo>
                  <a:lnTo>
                    <a:pt x="312826" y="22733"/>
                  </a:lnTo>
                  <a:lnTo>
                    <a:pt x="313842" y="23114"/>
                  </a:lnTo>
                  <a:lnTo>
                    <a:pt x="315366" y="23495"/>
                  </a:lnTo>
                  <a:lnTo>
                    <a:pt x="318668" y="23495"/>
                  </a:lnTo>
                  <a:lnTo>
                    <a:pt x="320573" y="22860"/>
                  </a:lnTo>
                  <a:lnTo>
                    <a:pt x="321208" y="22479"/>
                  </a:lnTo>
                  <a:lnTo>
                    <a:pt x="322351" y="21590"/>
                  </a:lnTo>
                  <a:lnTo>
                    <a:pt x="322579" y="21209"/>
                  </a:lnTo>
                  <a:lnTo>
                    <a:pt x="316509" y="21209"/>
                  </a:lnTo>
                  <a:lnTo>
                    <a:pt x="315874" y="21082"/>
                  </a:lnTo>
                  <a:lnTo>
                    <a:pt x="315493" y="21082"/>
                  </a:lnTo>
                  <a:lnTo>
                    <a:pt x="314731" y="20701"/>
                  </a:lnTo>
                  <a:lnTo>
                    <a:pt x="314477" y="20701"/>
                  </a:lnTo>
                  <a:lnTo>
                    <a:pt x="312953" y="19939"/>
                  </a:lnTo>
                  <a:lnTo>
                    <a:pt x="312445" y="19558"/>
                  </a:lnTo>
                  <a:lnTo>
                    <a:pt x="312191" y="19558"/>
                  </a:lnTo>
                  <a:lnTo>
                    <a:pt x="311810" y="19177"/>
                  </a:lnTo>
                  <a:close/>
                </a:path>
                <a:path w="421640" h="29210">
                  <a:moveTo>
                    <a:pt x="322801" y="15748"/>
                  </a:moveTo>
                  <a:lnTo>
                    <a:pt x="315620" y="15748"/>
                  </a:lnTo>
                  <a:lnTo>
                    <a:pt x="316128" y="16002"/>
                  </a:lnTo>
                  <a:lnTo>
                    <a:pt x="316763" y="16002"/>
                  </a:lnTo>
                  <a:lnTo>
                    <a:pt x="319049" y="16637"/>
                  </a:lnTo>
                  <a:lnTo>
                    <a:pt x="319684" y="16891"/>
                  </a:lnTo>
                  <a:lnTo>
                    <a:pt x="320065" y="17272"/>
                  </a:lnTo>
                  <a:lnTo>
                    <a:pt x="320446" y="17526"/>
                  </a:lnTo>
                  <a:lnTo>
                    <a:pt x="320573" y="18034"/>
                  </a:lnTo>
                  <a:lnTo>
                    <a:pt x="320573" y="19558"/>
                  </a:lnTo>
                  <a:lnTo>
                    <a:pt x="320700" y="19558"/>
                  </a:lnTo>
                  <a:lnTo>
                    <a:pt x="320319" y="19939"/>
                  </a:lnTo>
                  <a:lnTo>
                    <a:pt x="320128" y="20320"/>
                  </a:lnTo>
                  <a:lnTo>
                    <a:pt x="313715" y="20320"/>
                  </a:lnTo>
                  <a:lnTo>
                    <a:pt x="314477" y="20701"/>
                  </a:lnTo>
                  <a:lnTo>
                    <a:pt x="314731" y="20701"/>
                  </a:lnTo>
                  <a:lnTo>
                    <a:pt x="315493" y="21082"/>
                  </a:lnTo>
                  <a:lnTo>
                    <a:pt x="315874" y="21082"/>
                  </a:lnTo>
                  <a:lnTo>
                    <a:pt x="316509" y="21209"/>
                  </a:lnTo>
                  <a:lnTo>
                    <a:pt x="322579" y="21209"/>
                  </a:lnTo>
                  <a:lnTo>
                    <a:pt x="322834" y="20701"/>
                  </a:lnTo>
                  <a:lnTo>
                    <a:pt x="322986" y="20320"/>
                  </a:lnTo>
                  <a:lnTo>
                    <a:pt x="323443" y="19558"/>
                  </a:lnTo>
                  <a:lnTo>
                    <a:pt x="323399" y="16891"/>
                  </a:lnTo>
                  <a:lnTo>
                    <a:pt x="323065" y="16002"/>
                  </a:lnTo>
                  <a:lnTo>
                    <a:pt x="322801" y="15748"/>
                  </a:lnTo>
                  <a:close/>
                </a:path>
                <a:path w="421640" h="29210">
                  <a:moveTo>
                    <a:pt x="322801" y="15748"/>
                  </a:moveTo>
                  <a:lnTo>
                    <a:pt x="322697" y="15621"/>
                  </a:lnTo>
                  <a:lnTo>
                    <a:pt x="323009" y="16002"/>
                  </a:lnTo>
                  <a:lnTo>
                    <a:pt x="322801" y="15748"/>
                  </a:lnTo>
                  <a:close/>
                </a:path>
                <a:path w="421640" h="29210">
                  <a:moveTo>
                    <a:pt x="314731" y="6477"/>
                  </a:moveTo>
                  <a:lnTo>
                    <a:pt x="314513" y="6477"/>
                  </a:lnTo>
                  <a:lnTo>
                    <a:pt x="313207" y="7493"/>
                  </a:lnTo>
                  <a:lnTo>
                    <a:pt x="312007" y="8636"/>
                  </a:lnTo>
                  <a:lnTo>
                    <a:pt x="311838" y="9017"/>
                  </a:lnTo>
                  <a:lnTo>
                    <a:pt x="311810" y="13208"/>
                  </a:lnTo>
                  <a:lnTo>
                    <a:pt x="312318" y="13970"/>
                  </a:lnTo>
                  <a:lnTo>
                    <a:pt x="312953" y="14732"/>
                  </a:lnTo>
                  <a:lnTo>
                    <a:pt x="313842" y="15367"/>
                  </a:lnTo>
                  <a:lnTo>
                    <a:pt x="315112" y="15621"/>
                  </a:lnTo>
                  <a:lnTo>
                    <a:pt x="322697" y="15621"/>
                  </a:lnTo>
                  <a:lnTo>
                    <a:pt x="317567" y="13462"/>
                  </a:lnTo>
                  <a:lnTo>
                    <a:pt x="315874" y="12954"/>
                  </a:lnTo>
                  <a:lnTo>
                    <a:pt x="315366" y="12700"/>
                  </a:lnTo>
                  <a:lnTo>
                    <a:pt x="314985" y="12319"/>
                  </a:lnTo>
                  <a:lnTo>
                    <a:pt x="314604" y="12065"/>
                  </a:lnTo>
                  <a:lnTo>
                    <a:pt x="314350" y="11557"/>
                  </a:lnTo>
                  <a:lnTo>
                    <a:pt x="314350" y="10033"/>
                  </a:lnTo>
                  <a:lnTo>
                    <a:pt x="314731" y="9398"/>
                  </a:lnTo>
                  <a:lnTo>
                    <a:pt x="316001" y="8636"/>
                  </a:lnTo>
                  <a:lnTo>
                    <a:pt x="322842" y="8636"/>
                  </a:lnTo>
                  <a:lnTo>
                    <a:pt x="322857" y="7493"/>
                  </a:lnTo>
                  <a:lnTo>
                    <a:pt x="323071" y="7493"/>
                  </a:lnTo>
                  <a:lnTo>
                    <a:pt x="322224" y="6985"/>
                  </a:lnTo>
                  <a:lnTo>
                    <a:pt x="321462" y="6731"/>
                  </a:lnTo>
                  <a:lnTo>
                    <a:pt x="313969" y="6731"/>
                  </a:lnTo>
                  <a:lnTo>
                    <a:pt x="314731" y="6477"/>
                  </a:lnTo>
                  <a:close/>
                </a:path>
                <a:path w="421640" h="29210">
                  <a:moveTo>
                    <a:pt x="322842" y="8636"/>
                  </a:moveTo>
                  <a:lnTo>
                    <a:pt x="319430" y="8636"/>
                  </a:lnTo>
                  <a:lnTo>
                    <a:pt x="320319" y="9017"/>
                  </a:lnTo>
                  <a:lnTo>
                    <a:pt x="321208" y="9271"/>
                  </a:lnTo>
                  <a:lnTo>
                    <a:pt x="322820" y="10345"/>
                  </a:lnTo>
                  <a:lnTo>
                    <a:pt x="322842" y="8636"/>
                  </a:lnTo>
                  <a:close/>
                </a:path>
                <a:path w="421640" h="29210">
                  <a:moveTo>
                    <a:pt x="319557" y="6223"/>
                  </a:moveTo>
                  <a:lnTo>
                    <a:pt x="315493" y="6223"/>
                  </a:lnTo>
                  <a:lnTo>
                    <a:pt x="314731" y="6477"/>
                  </a:lnTo>
                  <a:lnTo>
                    <a:pt x="320446" y="6477"/>
                  </a:lnTo>
                  <a:lnTo>
                    <a:pt x="319557" y="6223"/>
                  </a:lnTo>
                  <a:close/>
                </a:path>
                <a:path w="421640" h="29210">
                  <a:moveTo>
                    <a:pt x="329209" y="6477"/>
                  </a:moveTo>
                  <a:lnTo>
                    <a:pt x="326415" y="6477"/>
                  </a:lnTo>
                  <a:lnTo>
                    <a:pt x="326415" y="29210"/>
                  </a:lnTo>
                  <a:lnTo>
                    <a:pt x="329209" y="29210"/>
                  </a:lnTo>
                  <a:lnTo>
                    <a:pt x="329209" y="22352"/>
                  </a:lnTo>
                  <a:lnTo>
                    <a:pt x="337298" y="22352"/>
                  </a:lnTo>
                  <a:lnTo>
                    <a:pt x="338480" y="20955"/>
                  </a:lnTo>
                  <a:lnTo>
                    <a:pt x="332130" y="20955"/>
                  </a:lnTo>
                  <a:lnTo>
                    <a:pt x="330606" y="20574"/>
                  </a:lnTo>
                  <a:lnTo>
                    <a:pt x="329971" y="20320"/>
                  </a:lnTo>
                  <a:lnTo>
                    <a:pt x="329209" y="20066"/>
                  </a:lnTo>
                  <a:lnTo>
                    <a:pt x="329209" y="10541"/>
                  </a:lnTo>
                  <a:lnTo>
                    <a:pt x="329971" y="10033"/>
                  </a:lnTo>
                  <a:lnTo>
                    <a:pt x="330606" y="9525"/>
                  </a:lnTo>
                  <a:lnTo>
                    <a:pt x="331368" y="9271"/>
                  </a:lnTo>
                  <a:lnTo>
                    <a:pt x="332130" y="8890"/>
                  </a:lnTo>
                  <a:lnTo>
                    <a:pt x="332892" y="8763"/>
                  </a:lnTo>
                  <a:lnTo>
                    <a:pt x="339200" y="8763"/>
                  </a:lnTo>
                  <a:lnTo>
                    <a:pt x="338861" y="8255"/>
                  </a:lnTo>
                  <a:lnTo>
                    <a:pt x="329209" y="8255"/>
                  </a:lnTo>
                  <a:lnTo>
                    <a:pt x="329209" y="6477"/>
                  </a:lnTo>
                  <a:close/>
                </a:path>
                <a:path w="421640" h="29210">
                  <a:moveTo>
                    <a:pt x="337298" y="22352"/>
                  </a:moveTo>
                  <a:lnTo>
                    <a:pt x="329209" y="22352"/>
                  </a:lnTo>
                  <a:lnTo>
                    <a:pt x="329971" y="22733"/>
                  </a:lnTo>
                  <a:lnTo>
                    <a:pt x="330923" y="23114"/>
                  </a:lnTo>
                  <a:lnTo>
                    <a:pt x="331241" y="23114"/>
                  </a:lnTo>
                  <a:lnTo>
                    <a:pt x="332193" y="23495"/>
                  </a:lnTo>
                  <a:lnTo>
                    <a:pt x="335432" y="23495"/>
                  </a:lnTo>
                  <a:lnTo>
                    <a:pt x="336847" y="22733"/>
                  </a:lnTo>
                  <a:lnTo>
                    <a:pt x="336975" y="22733"/>
                  </a:lnTo>
                  <a:lnTo>
                    <a:pt x="337298" y="22352"/>
                  </a:lnTo>
                  <a:close/>
                </a:path>
                <a:path w="421640" h="29210">
                  <a:moveTo>
                    <a:pt x="339200" y="8763"/>
                  </a:moveTo>
                  <a:lnTo>
                    <a:pt x="335051" y="8763"/>
                  </a:lnTo>
                  <a:lnTo>
                    <a:pt x="336067" y="9271"/>
                  </a:lnTo>
                  <a:lnTo>
                    <a:pt x="336575" y="10287"/>
                  </a:lnTo>
                  <a:lnTo>
                    <a:pt x="337210" y="11303"/>
                  </a:lnTo>
                  <a:lnTo>
                    <a:pt x="337591" y="12827"/>
                  </a:lnTo>
                  <a:lnTo>
                    <a:pt x="337591" y="16764"/>
                  </a:lnTo>
                  <a:lnTo>
                    <a:pt x="337083" y="18288"/>
                  </a:lnTo>
                  <a:lnTo>
                    <a:pt x="336321" y="19304"/>
                  </a:lnTo>
                  <a:lnTo>
                    <a:pt x="335474" y="20574"/>
                  </a:lnTo>
                  <a:lnTo>
                    <a:pt x="335273" y="20574"/>
                  </a:lnTo>
                  <a:lnTo>
                    <a:pt x="334416" y="20955"/>
                  </a:lnTo>
                  <a:lnTo>
                    <a:pt x="338480" y="20955"/>
                  </a:lnTo>
                  <a:lnTo>
                    <a:pt x="339750" y="19304"/>
                  </a:lnTo>
                  <a:lnTo>
                    <a:pt x="340385" y="17145"/>
                  </a:lnTo>
                  <a:lnTo>
                    <a:pt x="340258" y="11303"/>
                  </a:lnTo>
                  <a:lnTo>
                    <a:pt x="340067" y="10541"/>
                  </a:lnTo>
                  <a:lnTo>
                    <a:pt x="340004" y="10287"/>
                  </a:lnTo>
                  <a:lnTo>
                    <a:pt x="339877" y="9779"/>
                  </a:lnTo>
                  <a:lnTo>
                    <a:pt x="339284" y="8890"/>
                  </a:lnTo>
                  <a:lnTo>
                    <a:pt x="339200" y="8763"/>
                  </a:lnTo>
                  <a:close/>
                </a:path>
                <a:path w="421640" h="29210">
                  <a:moveTo>
                    <a:pt x="336321" y="6096"/>
                  </a:moveTo>
                  <a:lnTo>
                    <a:pt x="333400" y="6096"/>
                  </a:lnTo>
                  <a:lnTo>
                    <a:pt x="332384" y="6223"/>
                  </a:lnTo>
                  <a:lnTo>
                    <a:pt x="332003" y="6477"/>
                  </a:lnTo>
                  <a:lnTo>
                    <a:pt x="331326" y="6858"/>
                  </a:lnTo>
                  <a:lnTo>
                    <a:pt x="330733" y="7112"/>
                  </a:lnTo>
                  <a:lnTo>
                    <a:pt x="329971" y="7620"/>
                  </a:lnTo>
                  <a:lnTo>
                    <a:pt x="329209" y="8255"/>
                  </a:lnTo>
                  <a:lnTo>
                    <a:pt x="338861" y="8255"/>
                  </a:lnTo>
                  <a:lnTo>
                    <a:pt x="337718" y="6858"/>
                  </a:lnTo>
                  <a:lnTo>
                    <a:pt x="336321" y="6096"/>
                  </a:lnTo>
                  <a:close/>
                </a:path>
                <a:path w="421640" h="29210">
                  <a:moveTo>
                    <a:pt x="346735" y="0"/>
                  </a:moveTo>
                  <a:lnTo>
                    <a:pt x="343941" y="0"/>
                  </a:lnTo>
                  <a:lnTo>
                    <a:pt x="343941" y="23114"/>
                  </a:lnTo>
                  <a:lnTo>
                    <a:pt x="346735" y="23114"/>
                  </a:lnTo>
                  <a:lnTo>
                    <a:pt x="346735" y="0"/>
                  </a:lnTo>
                  <a:close/>
                </a:path>
                <a:path w="421640" h="29210">
                  <a:moveTo>
                    <a:pt x="357784" y="23114"/>
                  </a:moveTo>
                  <a:lnTo>
                    <a:pt x="352640" y="23114"/>
                  </a:lnTo>
                  <a:lnTo>
                    <a:pt x="353593" y="23495"/>
                  </a:lnTo>
                  <a:lnTo>
                    <a:pt x="354228" y="23622"/>
                  </a:lnTo>
                  <a:lnTo>
                    <a:pt x="355752" y="23622"/>
                  </a:lnTo>
                  <a:lnTo>
                    <a:pt x="356387" y="23495"/>
                  </a:lnTo>
                  <a:lnTo>
                    <a:pt x="356260" y="23495"/>
                  </a:lnTo>
                  <a:lnTo>
                    <a:pt x="357784" y="23114"/>
                  </a:lnTo>
                  <a:close/>
                </a:path>
                <a:path w="421640" h="29210">
                  <a:moveTo>
                    <a:pt x="362483" y="8763"/>
                  </a:moveTo>
                  <a:lnTo>
                    <a:pt x="358609" y="8763"/>
                  </a:lnTo>
                  <a:lnTo>
                    <a:pt x="359562" y="9398"/>
                  </a:lnTo>
                  <a:lnTo>
                    <a:pt x="359816" y="9652"/>
                  </a:lnTo>
                  <a:lnTo>
                    <a:pt x="359858" y="9779"/>
                  </a:lnTo>
                  <a:lnTo>
                    <a:pt x="359943" y="10033"/>
                  </a:lnTo>
                  <a:lnTo>
                    <a:pt x="360197" y="10414"/>
                  </a:lnTo>
                  <a:lnTo>
                    <a:pt x="360248" y="10668"/>
                  </a:lnTo>
                  <a:lnTo>
                    <a:pt x="360324" y="12446"/>
                  </a:lnTo>
                  <a:lnTo>
                    <a:pt x="357403" y="12446"/>
                  </a:lnTo>
                  <a:lnTo>
                    <a:pt x="354863" y="12700"/>
                  </a:lnTo>
                  <a:lnTo>
                    <a:pt x="349783" y="17145"/>
                  </a:lnTo>
                  <a:lnTo>
                    <a:pt x="349783" y="19050"/>
                  </a:lnTo>
                  <a:lnTo>
                    <a:pt x="352492" y="23114"/>
                  </a:lnTo>
                  <a:lnTo>
                    <a:pt x="357530" y="23114"/>
                  </a:lnTo>
                  <a:lnTo>
                    <a:pt x="358292" y="22733"/>
                  </a:lnTo>
                  <a:lnTo>
                    <a:pt x="358482" y="22733"/>
                  </a:lnTo>
                  <a:lnTo>
                    <a:pt x="359435" y="22098"/>
                  </a:lnTo>
                  <a:lnTo>
                    <a:pt x="360070" y="21463"/>
                  </a:lnTo>
                  <a:lnTo>
                    <a:pt x="363118" y="21463"/>
                  </a:lnTo>
                  <a:lnTo>
                    <a:pt x="363118" y="20828"/>
                  </a:lnTo>
                  <a:lnTo>
                    <a:pt x="354101" y="20828"/>
                  </a:lnTo>
                  <a:lnTo>
                    <a:pt x="353593" y="20320"/>
                  </a:lnTo>
                  <a:lnTo>
                    <a:pt x="352958" y="19812"/>
                  </a:lnTo>
                  <a:lnTo>
                    <a:pt x="352704" y="19050"/>
                  </a:lnTo>
                  <a:lnTo>
                    <a:pt x="352755" y="17145"/>
                  </a:lnTo>
                  <a:lnTo>
                    <a:pt x="357784" y="14605"/>
                  </a:lnTo>
                  <a:lnTo>
                    <a:pt x="363118" y="14605"/>
                  </a:lnTo>
                  <a:lnTo>
                    <a:pt x="363045" y="10414"/>
                  </a:lnTo>
                  <a:lnTo>
                    <a:pt x="362936" y="10033"/>
                  </a:lnTo>
                  <a:lnTo>
                    <a:pt x="362483" y="8763"/>
                  </a:lnTo>
                  <a:close/>
                </a:path>
                <a:path w="421640" h="29210">
                  <a:moveTo>
                    <a:pt x="363118" y="21463"/>
                  </a:moveTo>
                  <a:lnTo>
                    <a:pt x="360324" y="21463"/>
                  </a:lnTo>
                  <a:lnTo>
                    <a:pt x="360324" y="23114"/>
                  </a:lnTo>
                  <a:lnTo>
                    <a:pt x="363118" y="23114"/>
                  </a:lnTo>
                  <a:lnTo>
                    <a:pt x="363118" y="21463"/>
                  </a:lnTo>
                  <a:close/>
                </a:path>
                <a:path w="421640" h="29210">
                  <a:moveTo>
                    <a:pt x="363118" y="14605"/>
                  </a:moveTo>
                  <a:lnTo>
                    <a:pt x="360324" y="14605"/>
                  </a:lnTo>
                  <a:lnTo>
                    <a:pt x="360324" y="19050"/>
                  </a:lnTo>
                  <a:lnTo>
                    <a:pt x="359054" y="20066"/>
                  </a:lnTo>
                  <a:lnTo>
                    <a:pt x="357530" y="20828"/>
                  </a:lnTo>
                  <a:lnTo>
                    <a:pt x="363118" y="20828"/>
                  </a:lnTo>
                  <a:lnTo>
                    <a:pt x="363118" y="14605"/>
                  </a:lnTo>
                  <a:close/>
                </a:path>
                <a:path w="421640" h="29210">
                  <a:moveTo>
                    <a:pt x="360705" y="6858"/>
                  </a:moveTo>
                  <a:lnTo>
                    <a:pt x="351180" y="6858"/>
                  </a:lnTo>
                  <a:lnTo>
                    <a:pt x="351307" y="9652"/>
                  </a:lnTo>
                  <a:lnTo>
                    <a:pt x="352196" y="9398"/>
                  </a:lnTo>
                  <a:lnTo>
                    <a:pt x="352789" y="9144"/>
                  </a:lnTo>
                  <a:lnTo>
                    <a:pt x="352196" y="9144"/>
                  </a:lnTo>
                  <a:lnTo>
                    <a:pt x="354863" y="8763"/>
                  </a:lnTo>
                  <a:lnTo>
                    <a:pt x="362483" y="8763"/>
                  </a:lnTo>
                  <a:lnTo>
                    <a:pt x="362356" y="8382"/>
                  </a:lnTo>
                  <a:lnTo>
                    <a:pt x="361848" y="7747"/>
                  </a:lnTo>
                  <a:lnTo>
                    <a:pt x="361213" y="7366"/>
                  </a:lnTo>
                  <a:lnTo>
                    <a:pt x="360705" y="6858"/>
                  </a:lnTo>
                  <a:close/>
                </a:path>
                <a:path w="421640" h="29210">
                  <a:moveTo>
                    <a:pt x="357403" y="6096"/>
                  </a:moveTo>
                  <a:lnTo>
                    <a:pt x="355371" y="6096"/>
                  </a:lnTo>
                  <a:lnTo>
                    <a:pt x="353466" y="6350"/>
                  </a:lnTo>
                  <a:lnTo>
                    <a:pt x="351434" y="6858"/>
                  </a:lnTo>
                  <a:lnTo>
                    <a:pt x="350926" y="6858"/>
                  </a:lnTo>
                  <a:lnTo>
                    <a:pt x="353974" y="6350"/>
                  </a:lnTo>
                  <a:lnTo>
                    <a:pt x="359435" y="6350"/>
                  </a:lnTo>
                  <a:lnTo>
                    <a:pt x="357403" y="6096"/>
                  </a:lnTo>
                  <a:close/>
                </a:path>
                <a:path w="421640" h="29210">
                  <a:moveTo>
                    <a:pt x="368579" y="6477"/>
                  </a:moveTo>
                  <a:lnTo>
                    <a:pt x="365531" y="6477"/>
                  </a:lnTo>
                  <a:lnTo>
                    <a:pt x="371627" y="22352"/>
                  </a:lnTo>
                  <a:lnTo>
                    <a:pt x="368579" y="29210"/>
                  </a:lnTo>
                  <a:lnTo>
                    <a:pt x="371627" y="29210"/>
                  </a:lnTo>
                  <a:lnTo>
                    <a:pt x="375699" y="18796"/>
                  </a:lnTo>
                  <a:lnTo>
                    <a:pt x="373151" y="18796"/>
                  </a:lnTo>
                  <a:lnTo>
                    <a:pt x="368579" y="6477"/>
                  </a:lnTo>
                  <a:close/>
                </a:path>
                <a:path w="421640" h="29210">
                  <a:moveTo>
                    <a:pt x="380517" y="6477"/>
                  </a:moveTo>
                  <a:lnTo>
                    <a:pt x="377596" y="6477"/>
                  </a:lnTo>
                  <a:lnTo>
                    <a:pt x="373151" y="18796"/>
                  </a:lnTo>
                  <a:lnTo>
                    <a:pt x="375699" y="18796"/>
                  </a:lnTo>
                  <a:lnTo>
                    <a:pt x="380517" y="6477"/>
                  </a:lnTo>
                  <a:close/>
                </a:path>
                <a:path w="421640" h="29210">
                  <a:moveTo>
                    <a:pt x="390677" y="6096"/>
                  </a:moveTo>
                  <a:lnTo>
                    <a:pt x="387375" y="6096"/>
                  </a:lnTo>
                  <a:lnTo>
                    <a:pt x="385470" y="6858"/>
                  </a:lnTo>
                  <a:lnTo>
                    <a:pt x="383956" y="8636"/>
                  </a:lnTo>
                  <a:lnTo>
                    <a:pt x="382676" y="10033"/>
                  </a:lnTo>
                  <a:lnTo>
                    <a:pt x="382138" y="11557"/>
                  </a:lnTo>
                  <a:lnTo>
                    <a:pt x="381914" y="12319"/>
                  </a:lnTo>
                  <a:lnTo>
                    <a:pt x="381914" y="17653"/>
                  </a:lnTo>
                  <a:lnTo>
                    <a:pt x="382586" y="19558"/>
                  </a:lnTo>
                  <a:lnTo>
                    <a:pt x="382803" y="19939"/>
                  </a:lnTo>
                  <a:lnTo>
                    <a:pt x="385597" y="22733"/>
                  </a:lnTo>
                  <a:lnTo>
                    <a:pt x="387629" y="23495"/>
                  </a:lnTo>
                  <a:lnTo>
                    <a:pt x="391185" y="23495"/>
                  </a:lnTo>
                  <a:lnTo>
                    <a:pt x="393852" y="23114"/>
                  </a:lnTo>
                  <a:lnTo>
                    <a:pt x="393598" y="23114"/>
                  </a:lnTo>
                  <a:lnTo>
                    <a:pt x="394360" y="22733"/>
                  </a:lnTo>
                  <a:lnTo>
                    <a:pt x="394487" y="22733"/>
                  </a:lnTo>
                  <a:lnTo>
                    <a:pt x="395249" y="22352"/>
                  </a:lnTo>
                  <a:lnTo>
                    <a:pt x="396011" y="22352"/>
                  </a:lnTo>
                  <a:lnTo>
                    <a:pt x="396011" y="21082"/>
                  </a:lnTo>
                  <a:lnTo>
                    <a:pt x="388645" y="21082"/>
                  </a:lnTo>
                  <a:lnTo>
                    <a:pt x="387597" y="20701"/>
                  </a:lnTo>
                  <a:lnTo>
                    <a:pt x="387375" y="20701"/>
                  </a:lnTo>
                  <a:lnTo>
                    <a:pt x="386232" y="19558"/>
                  </a:lnTo>
                  <a:lnTo>
                    <a:pt x="385343" y="18542"/>
                  </a:lnTo>
                  <a:lnTo>
                    <a:pt x="384835" y="17018"/>
                  </a:lnTo>
                  <a:lnTo>
                    <a:pt x="384835" y="15113"/>
                  </a:lnTo>
                  <a:lnTo>
                    <a:pt x="396392" y="15113"/>
                  </a:lnTo>
                  <a:lnTo>
                    <a:pt x="396392" y="12954"/>
                  </a:lnTo>
                  <a:lnTo>
                    <a:pt x="384835" y="12954"/>
                  </a:lnTo>
                  <a:lnTo>
                    <a:pt x="384835" y="12319"/>
                  </a:lnTo>
                  <a:lnTo>
                    <a:pt x="384962" y="11684"/>
                  </a:lnTo>
                  <a:lnTo>
                    <a:pt x="385165" y="11176"/>
                  </a:lnTo>
                  <a:lnTo>
                    <a:pt x="385533" y="10414"/>
                  </a:lnTo>
                  <a:lnTo>
                    <a:pt x="385660" y="10160"/>
                  </a:lnTo>
                  <a:lnTo>
                    <a:pt x="385724" y="10033"/>
                  </a:lnTo>
                  <a:lnTo>
                    <a:pt x="386232" y="9652"/>
                  </a:lnTo>
                  <a:lnTo>
                    <a:pt x="386613" y="9271"/>
                  </a:lnTo>
                  <a:lnTo>
                    <a:pt x="387121" y="8890"/>
                  </a:lnTo>
                  <a:lnTo>
                    <a:pt x="387629" y="8636"/>
                  </a:lnTo>
                  <a:lnTo>
                    <a:pt x="388772" y="8382"/>
                  </a:lnTo>
                  <a:lnTo>
                    <a:pt x="394995" y="8382"/>
                  </a:lnTo>
                  <a:lnTo>
                    <a:pt x="393852" y="7239"/>
                  </a:lnTo>
                  <a:lnTo>
                    <a:pt x="393376" y="6858"/>
                  </a:lnTo>
                  <a:lnTo>
                    <a:pt x="393598" y="6858"/>
                  </a:lnTo>
                  <a:lnTo>
                    <a:pt x="392455" y="6477"/>
                  </a:lnTo>
                  <a:lnTo>
                    <a:pt x="391566" y="6223"/>
                  </a:lnTo>
                  <a:lnTo>
                    <a:pt x="390677" y="6096"/>
                  </a:lnTo>
                  <a:close/>
                </a:path>
                <a:path w="421640" h="29210">
                  <a:moveTo>
                    <a:pt x="396011" y="19050"/>
                  </a:moveTo>
                  <a:lnTo>
                    <a:pt x="395884" y="19050"/>
                  </a:lnTo>
                  <a:lnTo>
                    <a:pt x="395376" y="19558"/>
                  </a:lnTo>
                  <a:lnTo>
                    <a:pt x="395185" y="19558"/>
                  </a:lnTo>
                  <a:lnTo>
                    <a:pt x="394614" y="19939"/>
                  </a:lnTo>
                  <a:lnTo>
                    <a:pt x="394233" y="20066"/>
                  </a:lnTo>
                  <a:lnTo>
                    <a:pt x="392963" y="20701"/>
                  </a:lnTo>
                  <a:lnTo>
                    <a:pt x="392582" y="20701"/>
                  </a:lnTo>
                  <a:lnTo>
                    <a:pt x="391058" y="21082"/>
                  </a:lnTo>
                  <a:lnTo>
                    <a:pt x="396011" y="21082"/>
                  </a:lnTo>
                  <a:lnTo>
                    <a:pt x="396011" y="19050"/>
                  </a:lnTo>
                  <a:close/>
                </a:path>
                <a:path w="421640" h="29210">
                  <a:moveTo>
                    <a:pt x="394995" y="8382"/>
                  </a:moveTo>
                  <a:lnTo>
                    <a:pt x="390296" y="8382"/>
                  </a:lnTo>
                  <a:lnTo>
                    <a:pt x="391439" y="8636"/>
                  </a:lnTo>
                  <a:lnTo>
                    <a:pt x="391947" y="8890"/>
                  </a:lnTo>
                  <a:lnTo>
                    <a:pt x="392709" y="9652"/>
                  </a:lnTo>
                  <a:lnTo>
                    <a:pt x="393217" y="10414"/>
                  </a:lnTo>
                  <a:lnTo>
                    <a:pt x="393376" y="11176"/>
                  </a:lnTo>
                  <a:lnTo>
                    <a:pt x="393496" y="11684"/>
                  </a:lnTo>
                  <a:lnTo>
                    <a:pt x="393598" y="12954"/>
                  </a:lnTo>
                  <a:lnTo>
                    <a:pt x="396392" y="12954"/>
                  </a:lnTo>
                  <a:lnTo>
                    <a:pt x="396392" y="12319"/>
                  </a:lnTo>
                  <a:lnTo>
                    <a:pt x="395947" y="10414"/>
                  </a:lnTo>
                  <a:lnTo>
                    <a:pt x="395829" y="10033"/>
                  </a:lnTo>
                  <a:lnTo>
                    <a:pt x="395503" y="9271"/>
                  </a:lnTo>
                  <a:lnTo>
                    <a:pt x="395185" y="8636"/>
                  </a:lnTo>
                  <a:lnTo>
                    <a:pt x="394995" y="8382"/>
                  </a:lnTo>
                  <a:close/>
                </a:path>
                <a:path w="421640" h="29210">
                  <a:moveTo>
                    <a:pt x="405790" y="23495"/>
                  </a:moveTo>
                  <a:lnTo>
                    <a:pt x="403313" y="23495"/>
                  </a:lnTo>
                  <a:lnTo>
                    <a:pt x="403758" y="23622"/>
                  </a:lnTo>
                  <a:lnTo>
                    <a:pt x="405282" y="23622"/>
                  </a:lnTo>
                  <a:lnTo>
                    <a:pt x="405790" y="23495"/>
                  </a:lnTo>
                  <a:close/>
                </a:path>
                <a:path w="421640" h="29210">
                  <a:moveTo>
                    <a:pt x="408965" y="6731"/>
                  </a:moveTo>
                  <a:lnTo>
                    <a:pt x="402647" y="6731"/>
                  </a:lnTo>
                  <a:lnTo>
                    <a:pt x="401980" y="7112"/>
                  </a:lnTo>
                  <a:lnTo>
                    <a:pt x="401218" y="7620"/>
                  </a:lnTo>
                  <a:lnTo>
                    <a:pt x="399948" y="9144"/>
                  </a:lnTo>
                  <a:lnTo>
                    <a:pt x="399440" y="10033"/>
                  </a:lnTo>
                  <a:lnTo>
                    <a:pt x="399059" y="11176"/>
                  </a:lnTo>
                  <a:lnTo>
                    <a:pt x="398678" y="12192"/>
                  </a:lnTo>
                  <a:lnTo>
                    <a:pt x="398678" y="17526"/>
                  </a:lnTo>
                  <a:lnTo>
                    <a:pt x="398847" y="18288"/>
                  </a:lnTo>
                  <a:lnTo>
                    <a:pt x="398932" y="18669"/>
                  </a:lnTo>
                  <a:lnTo>
                    <a:pt x="399027" y="19050"/>
                  </a:lnTo>
                  <a:lnTo>
                    <a:pt x="399122" y="19431"/>
                  </a:lnTo>
                  <a:lnTo>
                    <a:pt x="399186" y="19685"/>
                  </a:lnTo>
                  <a:lnTo>
                    <a:pt x="399567" y="20447"/>
                  </a:lnTo>
                  <a:lnTo>
                    <a:pt x="399694" y="20701"/>
                  </a:lnTo>
                  <a:lnTo>
                    <a:pt x="400287" y="21463"/>
                  </a:lnTo>
                  <a:lnTo>
                    <a:pt x="400710" y="22098"/>
                  </a:lnTo>
                  <a:lnTo>
                    <a:pt x="401027" y="22352"/>
                  </a:lnTo>
                  <a:lnTo>
                    <a:pt x="401599" y="22733"/>
                  </a:lnTo>
                  <a:lnTo>
                    <a:pt x="403123" y="23495"/>
                  </a:lnTo>
                  <a:lnTo>
                    <a:pt x="406171" y="23495"/>
                  </a:lnTo>
                  <a:lnTo>
                    <a:pt x="407314" y="23114"/>
                  </a:lnTo>
                  <a:lnTo>
                    <a:pt x="407822" y="22733"/>
                  </a:lnTo>
                  <a:lnTo>
                    <a:pt x="408076" y="22733"/>
                  </a:lnTo>
                  <a:lnTo>
                    <a:pt x="408457" y="22352"/>
                  </a:lnTo>
                  <a:lnTo>
                    <a:pt x="409219" y="21844"/>
                  </a:lnTo>
                  <a:lnTo>
                    <a:pt x="409600" y="21463"/>
                  </a:lnTo>
                  <a:lnTo>
                    <a:pt x="412394" y="21463"/>
                  </a:lnTo>
                  <a:lnTo>
                    <a:pt x="412394" y="20955"/>
                  </a:lnTo>
                  <a:lnTo>
                    <a:pt x="403885" y="20955"/>
                  </a:lnTo>
                  <a:lnTo>
                    <a:pt x="402996" y="20447"/>
                  </a:lnTo>
                  <a:lnTo>
                    <a:pt x="402361" y="19431"/>
                  </a:lnTo>
                  <a:lnTo>
                    <a:pt x="401726" y="18288"/>
                  </a:lnTo>
                  <a:lnTo>
                    <a:pt x="401345" y="16891"/>
                  </a:lnTo>
                  <a:lnTo>
                    <a:pt x="401345" y="12827"/>
                  </a:lnTo>
                  <a:lnTo>
                    <a:pt x="401726" y="11303"/>
                  </a:lnTo>
                  <a:lnTo>
                    <a:pt x="403377" y="9144"/>
                  </a:lnTo>
                  <a:lnTo>
                    <a:pt x="404234" y="8763"/>
                  </a:lnTo>
                  <a:lnTo>
                    <a:pt x="412394" y="8763"/>
                  </a:lnTo>
                  <a:lnTo>
                    <a:pt x="412394" y="7112"/>
                  </a:lnTo>
                  <a:lnTo>
                    <a:pt x="409600" y="7112"/>
                  </a:lnTo>
                  <a:lnTo>
                    <a:pt x="408965" y="6731"/>
                  </a:lnTo>
                  <a:close/>
                </a:path>
                <a:path w="421640" h="29210">
                  <a:moveTo>
                    <a:pt x="412394" y="21463"/>
                  </a:moveTo>
                  <a:lnTo>
                    <a:pt x="409600" y="21463"/>
                  </a:lnTo>
                  <a:lnTo>
                    <a:pt x="409600" y="23114"/>
                  </a:lnTo>
                  <a:lnTo>
                    <a:pt x="412394" y="23114"/>
                  </a:lnTo>
                  <a:lnTo>
                    <a:pt x="412394" y="21463"/>
                  </a:lnTo>
                  <a:close/>
                </a:path>
                <a:path w="421640" h="29210">
                  <a:moveTo>
                    <a:pt x="412394" y="8763"/>
                  </a:moveTo>
                  <a:lnTo>
                    <a:pt x="407822" y="8763"/>
                  </a:lnTo>
                  <a:lnTo>
                    <a:pt x="408330" y="8890"/>
                  </a:lnTo>
                  <a:lnTo>
                    <a:pt x="408965" y="9144"/>
                  </a:lnTo>
                  <a:lnTo>
                    <a:pt x="409600" y="9525"/>
                  </a:lnTo>
                  <a:lnTo>
                    <a:pt x="409600" y="19050"/>
                  </a:lnTo>
                  <a:lnTo>
                    <a:pt x="408965" y="19685"/>
                  </a:lnTo>
                  <a:lnTo>
                    <a:pt x="408330" y="20066"/>
                  </a:lnTo>
                  <a:lnTo>
                    <a:pt x="407568" y="20447"/>
                  </a:lnTo>
                  <a:lnTo>
                    <a:pt x="406044" y="20955"/>
                  </a:lnTo>
                  <a:lnTo>
                    <a:pt x="412394" y="20955"/>
                  </a:lnTo>
                  <a:lnTo>
                    <a:pt x="412394" y="8763"/>
                  </a:lnTo>
                  <a:close/>
                </a:path>
                <a:path w="421640" h="29210">
                  <a:moveTo>
                    <a:pt x="412394" y="6731"/>
                  </a:moveTo>
                  <a:lnTo>
                    <a:pt x="409600" y="6731"/>
                  </a:lnTo>
                  <a:lnTo>
                    <a:pt x="409600" y="7112"/>
                  </a:lnTo>
                  <a:lnTo>
                    <a:pt x="412394" y="7112"/>
                  </a:lnTo>
                  <a:lnTo>
                    <a:pt x="412394" y="6731"/>
                  </a:lnTo>
                  <a:close/>
                </a:path>
                <a:path w="421640" h="29210">
                  <a:moveTo>
                    <a:pt x="409600" y="6477"/>
                  </a:moveTo>
                  <a:lnTo>
                    <a:pt x="408330" y="6477"/>
                  </a:lnTo>
                  <a:lnTo>
                    <a:pt x="408965" y="6731"/>
                  </a:lnTo>
                  <a:lnTo>
                    <a:pt x="409600" y="6731"/>
                  </a:lnTo>
                  <a:lnTo>
                    <a:pt x="409600" y="6477"/>
                  </a:lnTo>
                  <a:close/>
                </a:path>
                <a:path w="421640" h="29210">
                  <a:moveTo>
                    <a:pt x="407060" y="6096"/>
                  </a:moveTo>
                  <a:lnTo>
                    <a:pt x="403885" y="6096"/>
                  </a:lnTo>
                  <a:lnTo>
                    <a:pt x="403123" y="6477"/>
                  </a:lnTo>
                  <a:lnTo>
                    <a:pt x="408012" y="6477"/>
                  </a:lnTo>
                  <a:lnTo>
                    <a:pt x="407060" y="6096"/>
                  </a:lnTo>
                  <a:close/>
                </a:path>
                <a:path w="421640" h="29210">
                  <a:moveTo>
                    <a:pt x="412394" y="0"/>
                  </a:moveTo>
                  <a:lnTo>
                    <a:pt x="409600" y="0"/>
                  </a:lnTo>
                  <a:lnTo>
                    <a:pt x="409600" y="6477"/>
                  </a:lnTo>
                  <a:lnTo>
                    <a:pt x="412394" y="6477"/>
                  </a:lnTo>
                  <a:lnTo>
                    <a:pt x="412394" y="0"/>
                  </a:lnTo>
                  <a:close/>
                </a:path>
                <a:path w="421640" h="29210">
                  <a:moveTo>
                    <a:pt x="421411" y="18923"/>
                  </a:moveTo>
                  <a:lnTo>
                    <a:pt x="417855" y="18923"/>
                  </a:lnTo>
                  <a:lnTo>
                    <a:pt x="417855" y="23114"/>
                  </a:lnTo>
                  <a:lnTo>
                    <a:pt x="421411" y="23114"/>
                  </a:lnTo>
                  <a:lnTo>
                    <a:pt x="421411" y="189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82979" y="4680203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4" h="1015364">
                  <a:moveTo>
                    <a:pt x="0" y="0"/>
                  </a:moveTo>
                  <a:lnTo>
                    <a:pt x="1014983" y="0"/>
                  </a:lnTo>
                </a:path>
                <a:path w="1015364" h="1015364">
                  <a:moveTo>
                    <a:pt x="0" y="0"/>
                  </a:moveTo>
                  <a:lnTo>
                    <a:pt x="0" y="1014984"/>
                  </a:lnTo>
                </a:path>
                <a:path w="1015364" h="1015364">
                  <a:moveTo>
                    <a:pt x="0" y="1014984"/>
                  </a:moveTo>
                  <a:lnTo>
                    <a:pt x="1014983" y="1014984"/>
                  </a:lnTo>
                </a:path>
                <a:path w="1015364" h="1015364">
                  <a:moveTo>
                    <a:pt x="1014983" y="1014984"/>
                  </a:moveTo>
                  <a:lnTo>
                    <a:pt x="10149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81455" y="4678679"/>
              <a:ext cx="1018540" cy="1018540"/>
            </a:xfrm>
            <a:custGeom>
              <a:avLst/>
              <a:gdLst/>
              <a:ahLst/>
              <a:cxnLst/>
              <a:rect l="l" t="t" r="r" b="b"/>
              <a:pathLst>
                <a:path w="1018539" h="1018539">
                  <a:moveTo>
                    <a:pt x="0" y="509016"/>
                  </a:moveTo>
                  <a:lnTo>
                    <a:pt x="2330" y="459985"/>
                  </a:lnTo>
                  <a:lnTo>
                    <a:pt x="9178" y="412275"/>
                  </a:lnTo>
                  <a:lnTo>
                    <a:pt x="20330" y="366099"/>
                  </a:lnTo>
                  <a:lnTo>
                    <a:pt x="35574" y="321669"/>
                  </a:lnTo>
                  <a:lnTo>
                    <a:pt x="54697" y="279200"/>
                  </a:lnTo>
                  <a:lnTo>
                    <a:pt x="77484" y="238903"/>
                  </a:lnTo>
                  <a:lnTo>
                    <a:pt x="103722" y="200992"/>
                  </a:lnTo>
                  <a:lnTo>
                    <a:pt x="133199" y="165680"/>
                  </a:lnTo>
                  <a:lnTo>
                    <a:pt x="165700" y="133181"/>
                  </a:lnTo>
                  <a:lnTo>
                    <a:pt x="201014" y="103707"/>
                  </a:lnTo>
                  <a:lnTo>
                    <a:pt x="238925" y="77471"/>
                  </a:lnTo>
                  <a:lnTo>
                    <a:pt x="279222" y="54687"/>
                  </a:lnTo>
                  <a:lnTo>
                    <a:pt x="321690" y="35568"/>
                  </a:lnTo>
                  <a:lnTo>
                    <a:pt x="366117" y="20326"/>
                  </a:lnTo>
                  <a:lnTo>
                    <a:pt x="412289" y="9176"/>
                  </a:lnTo>
                  <a:lnTo>
                    <a:pt x="459993" y="2329"/>
                  </a:lnTo>
                  <a:lnTo>
                    <a:pt x="509016" y="0"/>
                  </a:lnTo>
                  <a:lnTo>
                    <a:pt x="558046" y="2329"/>
                  </a:lnTo>
                  <a:lnTo>
                    <a:pt x="605756" y="9176"/>
                  </a:lnTo>
                  <a:lnTo>
                    <a:pt x="651932" y="20326"/>
                  </a:lnTo>
                  <a:lnTo>
                    <a:pt x="696362" y="35568"/>
                  </a:lnTo>
                  <a:lnTo>
                    <a:pt x="738831" y="54687"/>
                  </a:lnTo>
                  <a:lnTo>
                    <a:pt x="779128" y="77471"/>
                  </a:lnTo>
                  <a:lnTo>
                    <a:pt x="817039" y="103707"/>
                  </a:lnTo>
                  <a:lnTo>
                    <a:pt x="852351" y="133181"/>
                  </a:lnTo>
                  <a:lnTo>
                    <a:pt x="884850" y="165680"/>
                  </a:lnTo>
                  <a:lnTo>
                    <a:pt x="914324" y="200992"/>
                  </a:lnTo>
                  <a:lnTo>
                    <a:pt x="940560" y="238903"/>
                  </a:lnTo>
                  <a:lnTo>
                    <a:pt x="963344" y="279200"/>
                  </a:lnTo>
                  <a:lnTo>
                    <a:pt x="982463" y="321669"/>
                  </a:lnTo>
                  <a:lnTo>
                    <a:pt x="997705" y="366099"/>
                  </a:lnTo>
                  <a:lnTo>
                    <a:pt x="1008855" y="412275"/>
                  </a:lnTo>
                  <a:lnTo>
                    <a:pt x="1015702" y="459985"/>
                  </a:lnTo>
                  <a:lnTo>
                    <a:pt x="1018032" y="509016"/>
                  </a:lnTo>
                  <a:lnTo>
                    <a:pt x="1015702" y="558046"/>
                  </a:lnTo>
                  <a:lnTo>
                    <a:pt x="1008855" y="605756"/>
                  </a:lnTo>
                  <a:lnTo>
                    <a:pt x="997705" y="651932"/>
                  </a:lnTo>
                  <a:lnTo>
                    <a:pt x="982463" y="696362"/>
                  </a:lnTo>
                  <a:lnTo>
                    <a:pt x="963344" y="738831"/>
                  </a:lnTo>
                  <a:lnTo>
                    <a:pt x="940560" y="779128"/>
                  </a:lnTo>
                  <a:lnTo>
                    <a:pt x="914324" y="817039"/>
                  </a:lnTo>
                  <a:lnTo>
                    <a:pt x="884850" y="852351"/>
                  </a:lnTo>
                  <a:lnTo>
                    <a:pt x="852351" y="884850"/>
                  </a:lnTo>
                  <a:lnTo>
                    <a:pt x="817039" y="914324"/>
                  </a:lnTo>
                  <a:lnTo>
                    <a:pt x="779128" y="940560"/>
                  </a:lnTo>
                  <a:lnTo>
                    <a:pt x="738831" y="963344"/>
                  </a:lnTo>
                  <a:lnTo>
                    <a:pt x="696362" y="982463"/>
                  </a:lnTo>
                  <a:lnTo>
                    <a:pt x="651932" y="997705"/>
                  </a:lnTo>
                  <a:lnTo>
                    <a:pt x="605756" y="1008855"/>
                  </a:lnTo>
                  <a:lnTo>
                    <a:pt x="558046" y="1015702"/>
                  </a:lnTo>
                  <a:lnTo>
                    <a:pt x="509016" y="1018032"/>
                  </a:lnTo>
                  <a:lnTo>
                    <a:pt x="459993" y="1015702"/>
                  </a:lnTo>
                  <a:lnTo>
                    <a:pt x="412289" y="1008855"/>
                  </a:lnTo>
                  <a:lnTo>
                    <a:pt x="366117" y="997705"/>
                  </a:lnTo>
                  <a:lnTo>
                    <a:pt x="321690" y="982463"/>
                  </a:lnTo>
                  <a:lnTo>
                    <a:pt x="279222" y="963344"/>
                  </a:lnTo>
                  <a:lnTo>
                    <a:pt x="238925" y="940560"/>
                  </a:lnTo>
                  <a:lnTo>
                    <a:pt x="201014" y="914324"/>
                  </a:lnTo>
                  <a:lnTo>
                    <a:pt x="165700" y="884850"/>
                  </a:lnTo>
                  <a:lnTo>
                    <a:pt x="133199" y="852351"/>
                  </a:lnTo>
                  <a:lnTo>
                    <a:pt x="103722" y="817039"/>
                  </a:lnTo>
                  <a:lnTo>
                    <a:pt x="77484" y="779128"/>
                  </a:lnTo>
                  <a:lnTo>
                    <a:pt x="54697" y="738831"/>
                  </a:lnTo>
                  <a:lnTo>
                    <a:pt x="35574" y="696362"/>
                  </a:lnTo>
                  <a:lnTo>
                    <a:pt x="20330" y="651932"/>
                  </a:lnTo>
                  <a:lnTo>
                    <a:pt x="9178" y="605756"/>
                  </a:lnTo>
                  <a:lnTo>
                    <a:pt x="2330" y="558046"/>
                  </a:lnTo>
                  <a:lnTo>
                    <a:pt x="0" y="509016"/>
                  </a:lnTo>
                  <a:close/>
                </a:path>
              </a:pathLst>
            </a:custGeom>
            <a:ln w="18288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386071" y="1097280"/>
            <a:ext cx="1582420" cy="668020"/>
          </a:xfrm>
          <a:prstGeom prst="rect">
            <a:avLst/>
          </a:prstGeom>
          <a:solidFill>
            <a:srgbClr val="F8F9FB"/>
          </a:solidFill>
        </p:spPr>
        <p:txBody>
          <a:bodyPr wrap="square" lIns="0" tIns="222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dirty="0" sz="2000" b="1">
                <a:solidFill>
                  <a:srgbClr val="D61820"/>
                </a:solidFill>
                <a:latin typeface="Arial"/>
                <a:cs typeface="Arial"/>
              </a:rPr>
              <a:t>Agentic</a:t>
            </a:r>
            <a:r>
              <a:rPr dirty="0" sz="2000" spc="-100" b="1">
                <a:solidFill>
                  <a:srgbClr val="D61820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D61820"/>
                </a:solidFill>
                <a:latin typeface="Arial"/>
                <a:cs typeface="Arial"/>
              </a:rPr>
              <a:t>AI-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000" spc="-10" b="1">
                <a:solidFill>
                  <a:srgbClr val="D61820"/>
                </a:solidFill>
                <a:latin typeface="Arial"/>
                <a:cs typeface="Arial"/>
              </a:rPr>
              <a:t>Driven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49752" y="923544"/>
            <a:ext cx="5492750" cy="948055"/>
          </a:xfrm>
          <a:prstGeom prst="rect"/>
          <a:solidFill>
            <a:srgbClr val="F8F9FB"/>
          </a:solidFill>
        </p:spPr>
        <p:txBody>
          <a:bodyPr wrap="square" lIns="0" tIns="54610" rIns="0" bIns="0" rtlCol="0" vert="horz">
            <a:spAutoFit/>
          </a:bodyPr>
          <a:lstStyle/>
          <a:p>
            <a:pPr marL="233045">
              <a:lnSpc>
                <a:spcPct val="100000"/>
              </a:lnSpc>
              <a:spcBef>
                <a:spcPts val="430"/>
              </a:spcBef>
            </a:pPr>
            <a:r>
              <a:rPr dirty="0"/>
              <a:t>How</a:t>
            </a:r>
            <a:r>
              <a:rPr dirty="0" spc="-95"/>
              <a:t> </a:t>
            </a:r>
            <a:r>
              <a:rPr dirty="0"/>
              <a:t>KIBO</a:t>
            </a:r>
            <a:r>
              <a:rPr dirty="0" spc="-110"/>
              <a:t> </a:t>
            </a:r>
            <a:r>
              <a:rPr dirty="0" spc="-10"/>
              <a:t>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8684" y="2038044"/>
            <a:ext cx="10172065" cy="83820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246755" marR="5080" indent="-3234690">
              <a:lnSpc>
                <a:spcPts val="3030"/>
              </a:lnSpc>
              <a:spcBef>
                <a:spcPts val="484"/>
              </a:spcBef>
            </a:pPr>
            <a:r>
              <a:rPr dirty="0" sz="2800">
                <a:latin typeface="Arial MT"/>
                <a:cs typeface="Arial MT"/>
              </a:rPr>
              <a:t>User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simply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write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what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wanted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car,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KIBO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will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find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and </a:t>
            </a:r>
            <a:r>
              <a:rPr dirty="0" sz="2800">
                <a:latin typeface="Arial MT"/>
                <a:cs typeface="Arial MT"/>
              </a:rPr>
              <a:t>request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what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needed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39111" y="3227832"/>
            <a:ext cx="2136775" cy="1280160"/>
          </a:xfrm>
          <a:custGeom>
            <a:avLst/>
            <a:gdLst/>
            <a:ahLst/>
            <a:cxnLst/>
            <a:rect l="l" t="t" r="r" b="b"/>
            <a:pathLst>
              <a:path w="2136775" h="1280160">
                <a:moveTo>
                  <a:pt x="2008632" y="0"/>
                </a:moveTo>
                <a:lnTo>
                  <a:pt x="128015" y="0"/>
                </a:lnTo>
                <a:lnTo>
                  <a:pt x="78170" y="10054"/>
                </a:lnTo>
                <a:lnTo>
                  <a:pt x="37480" y="37480"/>
                </a:lnTo>
                <a:lnTo>
                  <a:pt x="10054" y="78170"/>
                </a:lnTo>
                <a:lnTo>
                  <a:pt x="0" y="128015"/>
                </a:lnTo>
                <a:lnTo>
                  <a:pt x="0" y="1152143"/>
                </a:lnTo>
                <a:lnTo>
                  <a:pt x="10054" y="1201989"/>
                </a:lnTo>
                <a:lnTo>
                  <a:pt x="37480" y="1242679"/>
                </a:lnTo>
                <a:lnTo>
                  <a:pt x="78170" y="1270105"/>
                </a:lnTo>
                <a:lnTo>
                  <a:pt x="128015" y="1280159"/>
                </a:lnTo>
                <a:lnTo>
                  <a:pt x="2008632" y="1280159"/>
                </a:lnTo>
                <a:lnTo>
                  <a:pt x="2058477" y="1270105"/>
                </a:lnTo>
                <a:lnTo>
                  <a:pt x="2099167" y="1242679"/>
                </a:lnTo>
                <a:lnTo>
                  <a:pt x="2126593" y="1201989"/>
                </a:lnTo>
                <a:lnTo>
                  <a:pt x="2136648" y="1152143"/>
                </a:lnTo>
                <a:lnTo>
                  <a:pt x="2136648" y="128015"/>
                </a:lnTo>
                <a:lnTo>
                  <a:pt x="2126593" y="78170"/>
                </a:lnTo>
                <a:lnTo>
                  <a:pt x="2099167" y="37480"/>
                </a:lnTo>
                <a:lnTo>
                  <a:pt x="2058477" y="10054"/>
                </a:lnTo>
                <a:lnTo>
                  <a:pt x="200863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30272" y="3309670"/>
            <a:ext cx="1351280" cy="101663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 indent="91440">
              <a:lnSpc>
                <a:spcPct val="100000"/>
              </a:lnSpc>
              <a:spcBef>
                <a:spcPts val="560"/>
              </a:spcBef>
            </a:pPr>
            <a:r>
              <a:rPr dirty="0" sz="200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dirty="0" sz="20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 MT"/>
                <a:cs typeface="Arial MT"/>
              </a:rPr>
              <a:t>Type</a:t>
            </a:r>
            <a:endParaRPr sz="2000">
              <a:latin typeface="Arial MT"/>
              <a:cs typeface="Arial MT"/>
            </a:endParaRPr>
          </a:p>
          <a:p>
            <a:pPr marL="265430" marR="5080" indent="-253365">
              <a:lnSpc>
                <a:spcPts val="2090"/>
              </a:lnSpc>
              <a:spcBef>
                <a:spcPts val="785"/>
              </a:spcBef>
            </a:pPr>
            <a:r>
              <a:rPr dirty="0" sz="2000" spc="-10">
                <a:solidFill>
                  <a:srgbClr val="FFFFFF"/>
                </a:solidFill>
                <a:latin typeface="Arial MT"/>
                <a:cs typeface="Arial MT"/>
              </a:rPr>
              <a:t>“Windshield Xforce”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89120" y="3602735"/>
            <a:ext cx="451484" cy="530860"/>
          </a:xfrm>
          <a:custGeom>
            <a:avLst/>
            <a:gdLst/>
            <a:ahLst/>
            <a:cxnLst/>
            <a:rect l="l" t="t" r="r" b="b"/>
            <a:pathLst>
              <a:path w="451485" h="530860">
                <a:moveTo>
                  <a:pt x="225551" y="0"/>
                </a:moveTo>
                <a:lnTo>
                  <a:pt x="225551" y="106044"/>
                </a:lnTo>
                <a:lnTo>
                  <a:pt x="0" y="106044"/>
                </a:lnTo>
                <a:lnTo>
                  <a:pt x="0" y="424306"/>
                </a:lnTo>
                <a:lnTo>
                  <a:pt x="225551" y="424306"/>
                </a:lnTo>
                <a:lnTo>
                  <a:pt x="225551" y="530351"/>
                </a:lnTo>
                <a:lnTo>
                  <a:pt x="451103" y="265175"/>
                </a:lnTo>
                <a:lnTo>
                  <a:pt x="225551" y="0"/>
                </a:lnTo>
                <a:close/>
              </a:path>
            </a:pathLst>
          </a:custGeom>
          <a:solidFill>
            <a:srgbClr val="F1B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29200" y="3227832"/>
            <a:ext cx="2133600" cy="1280160"/>
          </a:xfrm>
          <a:custGeom>
            <a:avLst/>
            <a:gdLst/>
            <a:ahLst/>
            <a:cxnLst/>
            <a:rect l="l" t="t" r="r" b="b"/>
            <a:pathLst>
              <a:path w="2133600" h="1280160">
                <a:moveTo>
                  <a:pt x="2005583" y="0"/>
                </a:moveTo>
                <a:lnTo>
                  <a:pt x="128015" y="0"/>
                </a:lnTo>
                <a:lnTo>
                  <a:pt x="78170" y="10054"/>
                </a:lnTo>
                <a:lnTo>
                  <a:pt x="37480" y="37480"/>
                </a:lnTo>
                <a:lnTo>
                  <a:pt x="10054" y="78170"/>
                </a:lnTo>
                <a:lnTo>
                  <a:pt x="0" y="128015"/>
                </a:lnTo>
                <a:lnTo>
                  <a:pt x="0" y="1152143"/>
                </a:lnTo>
                <a:lnTo>
                  <a:pt x="10054" y="1201989"/>
                </a:lnTo>
                <a:lnTo>
                  <a:pt x="37480" y="1242679"/>
                </a:lnTo>
                <a:lnTo>
                  <a:pt x="78170" y="1270105"/>
                </a:lnTo>
                <a:lnTo>
                  <a:pt x="128015" y="1280159"/>
                </a:lnTo>
                <a:lnTo>
                  <a:pt x="2005583" y="1280159"/>
                </a:lnTo>
                <a:lnTo>
                  <a:pt x="2055429" y="1270105"/>
                </a:lnTo>
                <a:lnTo>
                  <a:pt x="2096119" y="1242679"/>
                </a:lnTo>
                <a:lnTo>
                  <a:pt x="2123545" y="1201989"/>
                </a:lnTo>
                <a:lnTo>
                  <a:pt x="2133600" y="1152143"/>
                </a:lnTo>
                <a:lnTo>
                  <a:pt x="2133600" y="128015"/>
                </a:lnTo>
                <a:lnTo>
                  <a:pt x="2123545" y="78170"/>
                </a:lnTo>
                <a:lnTo>
                  <a:pt x="2096119" y="37480"/>
                </a:lnTo>
                <a:lnTo>
                  <a:pt x="2055429" y="10054"/>
                </a:lnTo>
                <a:lnTo>
                  <a:pt x="200558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149088" y="3420236"/>
            <a:ext cx="1900555" cy="85407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ctr" marL="12065" marR="5080" indent="-8890">
              <a:lnSpc>
                <a:spcPct val="86100"/>
              </a:lnSpc>
              <a:spcBef>
                <a:spcPts val="425"/>
              </a:spcBef>
            </a:pPr>
            <a:r>
              <a:rPr dirty="0" sz="2000">
                <a:solidFill>
                  <a:srgbClr val="FFFFFF"/>
                </a:solidFill>
                <a:latin typeface="Arial MT"/>
                <a:cs typeface="Arial MT"/>
              </a:rPr>
              <a:t>KIBO</a:t>
            </a:r>
            <a:r>
              <a:rPr dirty="0" sz="20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FFFFF"/>
                </a:solidFill>
                <a:latin typeface="Arial MT"/>
                <a:cs typeface="Arial MT"/>
              </a:rPr>
              <a:t>Finds</a:t>
            </a:r>
            <a:r>
              <a:rPr dirty="0" sz="20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 MT"/>
                <a:cs typeface="Arial MT"/>
              </a:rPr>
              <a:t>Part </a:t>
            </a:r>
            <a:r>
              <a:rPr dirty="0" sz="200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dirty="0" sz="20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dirty="0" sz="2000" spc="-10">
                <a:solidFill>
                  <a:srgbClr val="FFFFFF"/>
                </a:solidFill>
                <a:latin typeface="Arial MT"/>
                <a:cs typeface="Arial MT"/>
              </a:rPr>
              <a:t>Stock</a:t>
            </a:r>
            <a:r>
              <a:rPr dirty="0" sz="20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 MT"/>
                <a:cs typeface="Arial MT"/>
              </a:rPr>
              <a:t>Availability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76159" y="3602735"/>
            <a:ext cx="454659" cy="530860"/>
          </a:xfrm>
          <a:custGeom>
            <a:avLst/>
            <a:gdLst/>
            <a:ahLst/>
            <a:cxnLst/>
            <a:rect l="l" t="t" r="r" b="b"/>
            <a:pathLst>
              <a:path w="454659" h="530860">
                <a:moveTo>
                  <a:pt x="227075" y="0"/>
                </a:moveTo>
                <a:lnTo>
                  <a:pt x="227075" y="106044"/>
                </a:lnTo>
                <a:lnTo>
                  <a:pt x="0" y="106044"/>
                </a:lnTo>
                <a:lnTo>
                  <a:pt x="0" y="424306"/>
                </a:lnTo>
                <a:lnTo>
                  <a:pt x="227075" y="424306"/>
                </a:lnTo>
                <a:lnTo>
                  <a:pt x="227075" y="530351"/>
                </a:lnTo>
                <a:lnTo>
                  <a:pt x="454151" y="265175"/>
                </a:lnTo>
                <a:lnTo>
                  <a:pt x="227075" y="0"/>
                </a:lnTo>
                <a:close/>
              </a:path>
            </a:pathLst>
          </a:custGeom>
          <a:solidFill>
            <a:srgbClr val="F1B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016240" y="3227832"/>
            <a:ext cx="2136775" cy="1280160"/>
          </a:xfrm>
          <a:custGeom>
            <a:avLst/>
            <a:gdLst/>
            <a:ahLst/>
            <a:cxnLst/>
            <a:rect l="l" t="t" r="r" b="b"/>
            <a:pathLst>
              <a:path w="2136775" h="1280160">
                <a:moveTo>
                  <a:pt x="2008631" y="0"/>
                </a:moveTo>
                <a:lnTo>
                  <a:pt x="128015" y="0"/>
                </a:lnTo>
                <a:lnTo>
                  <a:pt x="78170" y="10054"/>
                </a:lnTo>
                <a:lnTo>
                  <a:pt x="37480" y="37480"/>
                </a:lnTo>
                <a:lnTo>
                  <a:pt x="10054" y="78170"/>
                </a:lnTo>
                <a:lnTo>
                  <a:pt x="0" y="128015"/>
                </a:lnTo>
                <a:lnTo>
                  <a:pt x="0" y="1152143"/>
                </a:lnTo>
                <a:lnTo>
                  <a:pt x="10054" y="1201989"/>
                </a:lnTo>
                <a:lnTo>
                  <a:pt x="37480" y="1242679"/>
                </a:lnTo>
                <a:lnTo>
                  <a:pt x="78170" y="1270105"/>
                </a:lnTo>
                <a:lnTo>
                  <a:pt x="128015" y="1280159"/>
                </a:lnTo>
                <a:lnTo>
                  <a:pt x="2008631" y="1280159"/>
                </a:lnTo>
                <a:lnTo>
                  <a:pt x="2058477" y="1270105"/>
                </a:lnTo>
                <a:lnTo>
                  <a:pt x="2099167" y="1242679"/>
                </a:lnTo>
                <a:lnTo>
                  <a:pt x="2126593" y="1201989"/>
                </a:lnTo>
                <a:lnTo>
                  <a:pt x="2136648" y="1152143"/>
                </a:lnTo>
                <a:lnTo>
                  <a:pt x="2136648" y="128015"/>
                </a:lnTo>
                <a:lnTo>
                  <a:pt x="2126593" y="78170"/>
                </a:lnTo>
                <a:lnTo>
                  <a:pt x="2099167" y="37480"/>
                </a:lnTo>
                <a:lnTo>
                  <a:pt x="2058477" y="10054"/>
                </a:lnTo>
                <a:lnTo>
                  <a:pt x="200863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136128" y="3420236"/>
            <a:ext cx="1899285" cy="85407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ctr" marL="12700" marR="5080">
              <a:lnSpc>
                <a:spcPct val="86100"/>
              </a:lnSpc>
              <a:spcBef>
                <a:spcPts val="425"/>
              </a:spcBef>
            </a:pPr>
            <a:r>
              <a:rPr dirty="0" sz="2000">
                <a:solidFill>
                  <a:srgbClr val="FFFFFF"/>
                </a:solidFill>
                <a:latin typeface="Arial MT"/>
                <a:cs typeface="Arial MT"/>
              </a:rPr>
              <a:t>KIBO</a:t>
            </a:r>
            <a:r>
              <a:rPr dirty="0" sz="2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FFFFF"/>
                </a:solidFill>
                <a:latin typeface="Arial MT"/>
                <a:cs typeface="Arial MT"/>
              </a:rPr>
              <a:t>ask</a:t>
            </a:r>
            <a:r>
              <a:rPr dirty="0" sz="2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dirty="0" sz="20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 MT"/>
                <a:cs typeface="Arial MT"/>
              </a:rPr>
              <a:t>if </a:t>
            </a:r>
            <a:r>
              <a:rPr dirty="0" sz="20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dirty="0" sz="2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FFFFF"/>
                </a:solidFill>
                <a:latin typeface="Arial MT"/>
                <a:cs typeface="Arial MT"/>
              </a:rPr>
              <a:t>want</a:t>
            </a:r>
            <a:r>
              <a:rPr dirty="0" sz="2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dirty="0" sz="2000" spc="-10">
                <a:solidFill>
                  <a:srgbClr val="FFFFFF"/>
                </a:solidFill>
                <a:latin typeface="Arial MT"/>
                <a:cs typeface="Arial MT"/>
              </a:rPr>
              <a:t>order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80831" y="2048255"/>
            <a:ext cx="1466215" cy="826135"/>
          </a:xfrm>
          <a:custGeom>
            <a:avLst/>
            <a:gdLst/>
            <a:ahLst/>
            <a:cxnLst/>
            <a:rect l="l" t="t" r="r" b="b"/>
            <a:pathLst>
              <a:path w="1466215" h="826135">
                <a:moveTo>
                  <a:pt x="1466087" y="0"/>
                </a:moveTo>
                <a:lnTo>
                  <a:pt x="0" y="0"/>
                </a:lnTo>
                <a:lnTo>
                  <a:pt x="0" y="826008"/>
                </a:lnTo>
                <a:lnTo>
                  <a:pt x="1466087" y="826008"/>
                </a:lnTo>
                <a:lnTo>
                  <a:pt x="1466087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199119" y="1231391"/>
            <a:ext cx="1466215" cy="563880"/>
          </a:xfrm>
          <a:custGeom>
            <a:avLst/>
            <a:gdLst/>
            <a:ahLst/>
            <a:cxnLst/>
            <a:rect l="l" t="t" r="r" b="b"/>
            <a:pathLst>
              <a:path w="1466215" h="563880">
                <a:moveTo>
                  <a:pt x="1466087" y="0"/>
                </a:moveTo>
                <a:lnTo>
                  <a:pt x="0" y="0"/>
                </a:lnTo>
                <a:lnTo>
                  <a:pt x="0" y="563879"/>
                </a:lnTo>
                <a:lnTo>
                  <a:pt x="1466087" y="563879"/>
                </a:lnTo>
                <a:lnTo>
                  <a:pt x="1466087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92023" y="573023"/>
            <a:ext cx="6593205" cy="6102350"/>
            <a:chOff x="192023" y="573023"/>
            <a:chExt cx="6593205" cy="61023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023" y="573023"/>
              <a:ext cx="6592824" cy="61020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47844" y="1220723"/>
              <a:ext cx="1841500" cy="561340"/>
            </a:xfrm>
            <a:custGeom>
              <a:avLst/>
              <a:gdLst/>
              <a:ahLst/>
              <a:cxnLst/>
              <a:rect l="l" t="t" r="r" b="b"/>
              <a:pathLst>
                <a:path w="1841500" h="561339">
                  <a:moveTo>
                    <a:pt x="0" y="560831"/>
                  </a:moveTo>
                  <a:lnTo>
                    <a:pt x="1840992" y="560831"/>
                  </a:lnTo>
                  <a:lnTo>
                    <a:pt x="1840992" y="0"/>
                  </a:lnTo>
                  <a:lnTo>
                    <a:pt x="0" y="0"/>
                  </a:lnTo>
                  <a:lnTo>
                    <a:pt x="0" y="560831"/>
                  </a:lnTo>
                  <a:close/>
                </a:path>
              </a:pathLst>
            </a:custGeom>
            <a:ln w="2743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5159" y="3166872"/>
            <a:ext cx="3401567" cy="270357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687311" y="1461516"/>
            <a:ext cx="1514475" cy="76200"/>
          </a:xfrm>
          <a:custGeom>
            <a:avLst/>
            <a:gdLst/>
            <a:ahLst/>
            <a:cxnLst/>
            <a:rect l="l" t="t" r="r" b="b"/>
            <a:pathLst>
              <a:path w="1514475" h="76200">
                <a:moveTo>
                  <a:pt x="1438021" y="0"/>
                </a:moveTo>
                <a:lnTo>
                  <a:pt x="1438021" y="76200"/>
                </a:lnTo>
                <a:lnTo>
                  <a:pt x="1495932" y="47244"/>
                </a:lnTo>
                <a:lnTo>
                  <a:pt x="1450721" y="47244"/>
                </a:lnTo>
                <a:lnTo>
                  <a:pt x="1450721" y="28956"/>
                </a:lnTo>
                <a:lnTo>
                  <a:pt x="1495933" y="28956"/>
                </a:lnTo>
                <a:lnTo>
                  <a:pt x="1438021" y="0"/>
                </a:lnTo>
                <a:close/>
              </a:path>
              <a:path w="1514475" h="76200">
                <a:moveTo>
                  <a:pt x="747903" y="28956"/>
                </a:moveTo>
                <a:lnTo>
                  <a:pt x="0" y="28956"/>
                </a:lnTo>
                <a:lnTo>
                  <a:pt x="0" y="47244"/>
                </a:lnTo>
                <a:lnTo>
                  <a:pt x="757047" y="47244"/>
                </a:lnTo>
                <a:lnTo>
                  <a:pt x="766191" y="38100"/>
                </a:lnTo>
                <a:lnTo>
                  <a:pt x="747903" y="38100"/>
                </a:lnTo>
                <a:lnTo>
                  <a:pt x="747903" y="28956"/>
                </a:lnTo>
                <a:close/>
              </a:path>
              <a:path w="1514475" h="76200">
                <a:moveTo>
                  <a:pt x="766191" y="38100"/>
                </a:moveTo>
                <a:lnTo>
                  <a:pt x="757047" y="47244"/>
                </a:lnTo>
                <a:lnTo>
                  <a:pt x="766191" y="47244"/>
                </a:lnTo>
                <a:lnTo>
                  <a:pt x="766191" y="38100"/>
                </a:lnTo>
                <a:close/>
              </a:path>
              <a:path w="1514475" h="76200">
                <a:moveTo>
                  <a:pt x="1438021" y="28956"/>
                </a:moveTo>
                <a:lnTo>
                  <a:pt x="757047" y="28956"/>
                </a:lnTo>
                <a:lnTo>
                  <a:pt x="747903" y="38100"/>
                </a:lnTo>
                <a:lnTo>
                  <a:pt x="766191" y="38100"/>
                </a:lnTo>
                <a:lnTo>
                  <a:pt x="766191" y="47244"/>
                </a:lnTo>
                <a:lnTo>
                  <a:pt x="1438021" y="47244"/>
                </a:lnTo>
                <a:lnTo>
                  <a:pt x="1438021" y="28956"/>
                </a:lnTo>
                <a:close/>
              </a:path>
              <a:path w="1514475" h="76200">
                <a:moveTo>
                  <a:pt x="1495933" y="28956"/>
                </a:moveTo>
                <a:lnTo>
                  <a:pt x="1450721" y="28956"/>
                </a:lnTo>
                <a:lnTo>
                  <a:pt x="1450721" y="47244"/>
                </a:lnTo>
                <a:lnTo>
                  <a:pt x="1495932" y="47244"/>
                </a:lnTo>
                <a:lnTo>
                  <a:pt x="1514221" y="38100"/>
                </a:lnTo>
                <a:lnTo>
                  <a:pt x="1495933" y="28956"/>
                </a:lnTo>
                <a:close/>
              </a:path>
              <a:path w="1514475" h="76200">
                <a:moveTo>
                  <a:pt x="757047" y="28956"/>
                </a:moveTo>
                <a:lnTo>
                  <a:pt x="747903" y="28956"/>
                </a:lnTo>
                <a:lnTo>
                  <a:pt x="747903" y="38100"/>
                </a:lnTo>
                <a:lnTo>
                  <a:pt x="757047" y="289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2825495" y="2078735"/>
            <a:ext cx="5168900" cy="588645"/>
            <a:chOff x="2825495" y="2078735"/>
            <a:chExt cx="5168900" cy="588645"/>
          </a:xfrm>
        </p:grpSpPr>
        <p:sp>
          <p:nvSpPr>
            <p:cNvPr id="10" name="object 10"/>
            <p:cNvSpPr/>
            <p:nvPr/>
          </p:nvSpPr>
          <p:spPr>
            <a:xfrm>
              <a:off x="2839211" y="2092451"/>
              <a:ext cx="3642360" cy="561340"/>
            </a:xfrm>
            <a:custGeom>
              <a:avLst/>
              <a:gdLst/>
              <a:ahLst/>
              <a:cxnLst/>
              <a:rect l="l" t="t" r="r" b="b"/>
              <a:pathLst>
                <a:path w="3642360" h="561339">
                  <a:moveTo>
                    <a:pt x="0" y="560832"/>
                  </a:moveTo>
                  <a:lnTo>
                    <a:pt x="3642360" y="560832"/>
                  </a:lnTo>
                  <a:lnTo>
                    <a:pt x="3642360" y="0"/>
                  </a:lnTo>
                  <a:lnTo>
                    <a:pt x="0" y="0"/>
                  </a:lnTo>
                  <a:lnTo>
                    <a:pt x="0" y="560832"/>
                  </a:lnTo>
                  <a:close/>
                </a:path>
              </a:pathLst>
            </a:custGeom>
            <a:ln w="2743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480048" y="2333243"/>
              <a:ext cx="1514475" cy="76200"/>
            </a:xfrm>
            <a:custGeom>
              <a:avLst/>
              <a:gdLst/>
              <a:ahLst/>
              <a:cxnLst/>
              <a:rect l="l" t="t" r="r" b="b"/>
              <a:pathLst>
                <a:path w="1514475" h="76200">
                  <a:moveTo>
                    <a:pt x="1438021" y="0"/>
                  </a:moveTo>
                  <a:lnTo>
                    <a:pt x="1438021" y="76200"/>
                  </a:lnTo>
                  <a:lnTo>
                    <a:pt x="1495933" y="47243"/>
                  </a:lnTo>
                  <a:lnTo>
                    <a:pt x="1450721" y="47243"/>
                  </a:lnTo>
                  <a:lnTo>
                    <a:pt x="1450721" y="28955"/>
                  </a:lnTo>
                  <a:lnTo>
                    <a:pt x="1495932" y="28955"/>
                  </a:lnTo>
                  <a:lnTo>
                    <a:pt x="1438021" y="0"/>
                  </a:lnTo>
                  <a:close/>
                </a:path>
                <a:path w="1514475" h="76200">
                  <a:moveTo>
                    <a:pt x="747902" y="28955"/>
                  </a:moveTo>
                  <a:lnTo>
                    <a:pt x="0" y="28955"/>
                  </a:lnTo>
                  <a:lnTo>
                    <a:pt x="0" y="47243"/>
                  </a:lnTo>
                  <a:lnTo>
                    <a:pt x="757047" y="47243"/>
                  </a:lnTo>
                  <a:lnTo>
                    <a:pt x="766191" y="38100"/>
                  </a:lnTo>
                  <a:lnTo>
                    <a:pt x="747902" y="38100"/>
                  </a:lnTo>
                  <a:lnTo>
                    <a:pt x="747902" y="28955"/>
                  </a:lnTo>
                  <a:close/>
                </a:path>
                <a:path w="1514475" h="76200">
                  <a:moveTo>
                    <a:pt x="766191" y="38100"/>
                  </a:moveTo>
                  <a:lnTo>
                    <a:pt x="757047" y="47243"/>
                  </a:lnTo>
                  <a:lnTo>
                    <a:pt x="766191" y="47243"/>
                  </a:lnTo>
                  <a:lnTo>
                    <a:pt x="766191" y="38100"/>
                  </a:lnTo>
                  <a:close/>
                </a:path>
                <a:path w="1514475" h="76200">
                  <a:moveTo>
                    <a:pt x="1438021" y="28955"/>
                  </a:moveTo>
                  <a:lnTo>
                    <a:pt x="757047" y="28955"/>
                  </a:lnTo>
                  <a:lnTo>
                    <a:pt x="747902" y="38100"/>
                  </a:lnTo>
                  <a:lnTo>
                    <a:pt x="766191" y="38100"/>
                  </a:lnTo>
                  <a:lnTo>
                    <a:pt x="766191" y="47243"/>
                  </a:lnTo>
                  <a:lnTo>
                    <a:pt x="1438021" y="47243"/>
                  </a:lnTo>
                  <a:lnTo>
                    <a:pt x="1438021" y="28955"/>
                  </a:lnTo>
                  <a:close/>
                </a:path>
                <a:path w="1514475" h="76200">
                  <a:moveTo>
                    <a:pt x="1495932" y="28955"/>
                  </a:moveTo>
                  <a:lnTo>
                    <a:pt x="1450721" y="28955"/>
                  </a:lnTo>
                  <a:lnTo>
                    <a:pt x="1450721" y="47243"/>
                  </a:lnTo>
                  <a:lnTo>
                    <a:pt x="1495933" y="47243"/>
                  </a:lnTo>
                  <a:lnTo>
                    <a:pt x="1514221" y="38100"/>
                  </a:lnTo>
                  <a:lnTo>
                    <a:pt x="1495932" y="28955"/>
                  </a:lnTo>
                  <a:close/>
                </a:path>
                <a:path w="1514475" h="76200">
                  <a:moveTo>
                    <a:pt x="757047" y="28955"/>
                  </a:moveTo>
                  <a:lnTo>
                    <a:pt x="747902" y="28955"/>
                  </a:lnTo>
                  <a:lnTo>
                    <a:pt x="747902" y="38100"/>
                  </a:lnTo>
                  <a:lnTo>
                    <a:pt x="757047" y="2895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280907" y="1342390"/>
            <a:ext cx="1362075" cy="1480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Arial MT"/>
                <a:cs typeface="Arial MT"/>
              </a:rPr>
              <a:t>User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Arial MT"/>
                <a:cs typeface="Arial MT"/>
              </a:rPr>
              <a:t>request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650"/>
              </a:spcBef>
            </a:pPr>
            <a:r>
              <a:rPr dirty="0" sz="1800">
                <a:latin typeface="Arial MT"/>
                <a:cs typeface="Arial MT"/>
              </a:rPr>
              <a:t>KIBO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Search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Query Result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657843" y="2398776"/>
            <a:ext cx="1317625" cy="769620"/>
          </a:xfrm>
          <a:custGeom>
            <a:avLst/>
            <a:gdLst/>
            <a:ahLst/>
            <a:cxnLst/>
            <a:rect l="l" t="t" r="r" b="b"/>
            <a:pathLst>
              <a:path w="1317625" h="769619">
                <a:moveTo>
                  <a:pt x="28955" y="693165"/>
                </a:moveTo>
                <a:lnTo>
                  <a:pt x="0" y="693165"/>
                </a:lnTo>
                <a:lnTo>
                  <a:pt x="38100" y="769365"/>
                </a:lnTo>
                <a:lnTo>
                  <a:pt x="69850" y="705865"/>
                </a:lnTo>
                <a:lnTo>
                  <a:pt x="28955" y="705865"/>
                </a:lnTo>
                <a:lnTo>
                  <a:pt x="28955" y="693165"/>
                </a:lnTo>
                <a:close/>
              </a:path>
              <a:path w="1317625" h="769619">
                <a:moveTo>
                  <a:pt x="1299336" y="610870"/>
                </a:moveTo>
                <a:lnTo>
                  <a:pt x="28955" y="610870"/>
                </a:lnTo>
                <a:lnTo>
                  <a:pt x="28955" y="705865"/>
                </a:lnTo>
                <a:lnTo>
                  <a:pt x="47244" y="705865"/>
                </a:lnTo>
                <a:lnTo>
                  <a:pt x="47244" y="629158"/>
                </a:lnTo>
                <a:lnTo>
                  <a:pt x="38100" y="629158"/>
                </a:lnTo>
                <a:lnTo>
                  <a:pt x="47244" y="620013"/>
                </a:lnTo>
                <a:lnTo>
                  <a:pt x="1299336" y="620013"/>
                </a:lnTo>
                <a:lnTo>
                  <a:pt x="1299336" y="610870"/>
                </a:lnTo>
                <a:close/>
              </a:path>
              <a:path w="1317625" h="769619">
                <a:moveTo>
                  <a:pt x="76200" y="693165"/>
                </a:moveTo>
                <a:lnTo>
                  <a:pt x="47244" y="693165"/>
                </a:lnTo>
                <a:lnTo>
                  <a:pt x="47244" y="705865"/>
                </a:lnTo>
                <a:lnTo>
                  <a:pt x="69850" y="705865"/>
                </a:lnTo>
                <a:lnTo>
                  <a:pt x="76200" y="693165"/>
                </a:lnTo>
                <a:close/>
              </a:path>
              <a:path w="1317625" h="769619">
                <a:moveTo>
                  <a:pt x="47244" y="620013"/>
                </a:moveTo>
                <a:lnTo>
                  <a:pt x="38100" y="629158"/>
                </a:lnTo>
                <a:lnTo>
                  <a:pt x="47244" y="629158"/>
                </a:lnTo>
                <a:lnTo>
                  <a:pt x="47244" y="620013"/>
                </a:lnTo>
                <a:close/>
              </a:path>
              <a:path w="1317625" h="769619">
                <a:moveTo>
                  <a:pt x="1317625" y="610870"/>
                </a:moveTo>
                <a:lnTo>
                  <a:pt x="1308480" y="610870"/>
                </a:lnTo>
                <a:lnTo>
                  <a:pt x="1299336" y="620013"/>
                </a:lnTo>
                <a:lnTo>
                  <a:pt x="47244" y="620013"/>
                </a:lnTo>
                <a:lnTo>
                  <a:pt x="47244" y="629158"/>
                </a:lnTo>
                <a:lnTo>
                  <a:pt x="1317625" y="629158"/>
                </a:lnTo>
                <a:lnTo>
                  <a:pt x="1317625" y="610870"/>
                </a:lnTo>
                <a:close/>
              </a:path>
              <a:path w="1317625" h="769619">
                <a:moveTo>
                  <a:pt x="1299336" y="9144"/>
                </a:moveTo>
                <a:lnTo>
                  <a:pt x="1299336" y="620013"/>
                </a:lnTo>
                <a:lnTo>
                  <a:pt x="1308480" y="610870"/>
                </a:lnTo>
                <a:lnTo>
                  <a:pt x="1317625" y="610870"/>
                </a:lnTo>
                <a:lnTo>
                  <a:pt x="1317625" y="18287"/>
                </a:lnTo>
                <a:lnTo>
                  <a:pt x="1308480" y="18287"/>
                </a:lnTo>
                <a:lnTo>
                  <a:pt x="1299336" y="9144"/>
                </a:lnTo>
                <a:close/>
              </a:path>
              <a:path w="1317625" h="769619">
                <a:moveTo>
                  <a:pt x="1317625" y="0"/>
                </a:moveTo>
                <a:lnTo>
                  <a:pt x="1079880" y="0"/>
                </a:lnTo>
                <a:lnTo>
                  <a:pt x="1079880" y="18287"/>
                </a:lnTo>
                <a:lnTo>
                  <a:pt x="1299336" y="18287"/>
                </a:lnTo>
                <a:lnTo>
                  <a:pt x="1299336" y="9144"/>
                </a:lnTo>
                <a:lnTo>
                  <a:pt x="1317625" y="9144"/>
                </a:lnTo>
                <a:lnTo>
                  <a:pt x="1317625" y="0"/>
                </a:lnTo>
                <a:close/>
              </a:path>
              <a:path w="1317625" h="769619">
                <a:moveTo>
                  <a:pt x="1317625" y="9144"/>
                </a:moveTo>
                <a:lnTo>
                  <a:pt x="1299336" y="9144"/>
                </a:lnTo>
                <a:lnTo>
                  <a:pt x="1308480" y="18287"/>
                </a:lnTo>
                <a:lnTo>
                  <a:pt x="1317625" y="18287"/>
                </a:lnTo>
                <a:lnTo>
                  <a:pt x="1317625" y="91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7126223" y="5129784"/>
            <a:ext cx="3197860" cy="975360"/>
            <a:chOff x="7126223" y="5129784"/>
            <a:chExt cx="3197860" cy="975360"/>
          </a:xfrm>
        </p:grpSpPr>
        <p:sp>
          <p:nvSpPr>
            <p:cNvPr id="15" name="object 15"/>
            <p:cNvSpPr/>
            <p:nvPr/>
          </p:nvSpPr>
          <p:spPr>
            <a:xfrm>
              <a:off x="7139939" y="5143500"/>
              <a:ext cx="3169920" cy="561340"/>
            </a:xfrm>
            <a:custGeom>
              <a:avLst/>
              <a:gdLst/>
              <a:ahLst/>
              <a:cxnLst/>
              <a:rect l="l" t="t" r="r" b="b"/>
              <a:pathLst>
                <a:path w="3169920" h="561339">
                  <a:moveTo>
                    <a:pt x="0" y="560832"/>
                  </a:moveTo>
                  <a:lnTo>
                    <a:pt x="3169920" y="560832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560832"/>
                  </a:lnTo>
                  <a:close/>
                </a:path>
              </a:pathLst>
            </a:custGeom>
            <a:ln w="2743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692387" y="5708954"/>
              <a:ext cx="75565" cy="396240"/>
            </a:xfrm>
            <a:custGeom>
              <a:avLst/>
              <a:gdLst/>
              <a:ahLst/>
              <a:cxnLst/>
              <a:rect l="l" t="t" r="r" b="b"/>
              <a:pathLst>
                <a:path w="75565" h="396239">
                  <a:moveTo>
                    <a:pt x="0" y="314515"/>
                  </a:moveTo>
                  <a:lnTo>
                    <a:pt x="24891" y="396011"/>
                  </a:lnTo>
                  <a:lnTo>
                    <a:pt x="70633" y="333451"/>
                  </a:lnTo>
                  <a:lnTo>
                    <a:pt x="26288" y="333451"/>
                  </a:lnTo>
                  <a:lnTo>
                    <a:pt x="26381" y="318976"/>
                  </a:lnTo>
                  <a:lnTo>
                    <a:pt x="0" y="314515"/>
                  </a:lnTo>
                  <a:close/>
                </a:path>
                <a:path w="75565" h="396239">
                  <a:moveTo>
                    <a:pt x="26381" y="318976"/>
                  </a:moveTo>
                  <a:lnTo>
                    <a:pt x="26288" y="333451"/>
                  </a:lnTo>
                  <a:lnTo>
                    <a:pt x="44576" y="333451"/>
                  </a:lnTo>
                  <a:lnTo>
                    <a:pt x="44650" y="322065"/>
                  </a:lnTo>
                  <a:lnTo>
                    <a:pt x="26381" y="318976"/>
                  </a:lnTo>
                  <a:close/>
                </a:path>
                <a:path w="75565" h="396239">
                  <a:moveTo>
                    <a:pt x="44650" y="322065"/>
                  </a:moveTo>
                  <a:lnTo>
                    <a:pt x="44576" y="333451"/>
                  </a:lnTo>
                  <a:lnTo>
                    <a:pt x="70633" y="333451"/>
                  </a:lnTo>
                  <a:lnTo>
                    <a:pt x="75183" y="327228"/>
                  </a:lnTo>
                  <a:lnTo>
                    <a:pt x="44650" y="322065"/>
                  </a:lnTo>
                  <a:close/>
                </a:path>
                <a:path w="75565" h="396239">
                  <a:moveTo>
                    <a:pt x="46735" y="0"/>
                  </a:moveTo>
                  <a:lnTo>
                    <a:pt x="28447" y="0"/>
                  </a:lnTo>
                  <a:lnTo>
                    <a:pt x="26410" y="314515"/>
                  </a:lnTo>
                  <a:lnTo>
                    <a:pt x="26381" y="318976"/>
                  </a:lnTo>
                  <a:lnTo>
                    <a:pt x="44650" y="322065"/>
                  </a:lnTo>
                  <a:lnTo>
                    <a:pt x="4673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8010143" y="6114287"/>
            <a:ext cx="1463040" cy="731520"/>
          </a:xfrm>
          <a:prstGeom prst="rect">
            <a:avLst/>
          </a:prstGeom>
          <a:solidFill>
            <a:srgbClr val="F8F9FB"/>
          </a:solidFill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1800">
                <a:latin typeface="Arial MT"/>
                <a:cs typeface="Arial MT"/>
              </a:rPr>
              <a:t>User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can</a:t>
            </a:r>
            <a:endParaRPr sz="1800">
              <a:latin typeface="Arial MT"/>
              <a:cs typeface="Arial MT"/>
            </a:endParaRPr>
          </a:p>
          <a:p>
            <a:pPr algn="ctr" marL="127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Place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Order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12507" y="3244595"/>
            <a:ext cx="3169920" cy="1777364"/>
          </a:xfrm>
          <a:custGeom>
            <a:avLst/>
            <a:gdLst/>
            <a:ahLst/>
            <a:cxnLst/>
            <a:rect l="l" t="t" r="r" b="b"/>
            <a:pathLst>
              <a:path w="3169920" h="1777364">
                <a:moveTo>
                  <a:pt x="0" y="1776983"/>
                </a:moveTo>
                <a:lnTo>
                  <a:pt x="3169920" y="1776983"/>
                </a:lnTo>
                <a:lnTo>
                  <a:pt x="3169920" y="0"/>
                </a:lnTo>
                <a:lnTo>
                  <a:pt x="0" y="0"/>
                </a:lnTo>
                <a:lnTo>
                  <a:pt x="0" y="1776983"/>
                </a:lnTo>
                <a:close/>
              </a:path>
            </a:pathLst>
          </a:custGeom>
          <a:ln w="2743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725911" y="3429000"/>
            <a:ext cx="1466215" cy="1755775"/>
          </a:xfrm>
          <a:prstGeom prst="rect">
            <a:avLst/>
          </a:prstGeom>
          <a:solidFill>
            <a:srgbClr val="F8F9FB"/>
          </a:solidFill>
        </p:spPr>
        <p:txBody>
          <a:bodyPr wrap="square" lIns="0" tIns="4127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25"/>
              </a:spcBef>
            </a:pPr>
            <a:r>
              <a:rPr dirty="0" sz="1800" spc="-10">
                <a:latin typeface="Arial MT"/>
                <a:cs typeface="Arial MT"/>
              </a:rPr>
              <a:t>Information;</a:t>
            </a:r>
            <a:endParaRPr sz="1800">
              <a:latin typeface="Arial MT"/>
              <a:cs typeface="Arial MT"/>
            </a:endParaRPr>
          </a:p>
          <a:p>
            <a:pPr marL="424180" indent="-329565">
              <a:lnSpc>
                <a:spcPct val="100000"/>
              </a:lnSpc>
              <a:buChar char="-"/>
              <a:tabLst>
                <a:tab pos="424180" algn="l"/>
              </a:tabLst>
            </a:pPr>
            <a:r>
              <a:rPr dirty="0" sz="1800" spc="-20">
                <a:latin typeface="Arial MT"/>
                <a:cs typeface="Arial MT"/>
              </a:rPr>
              <a:t>Name</a:t>
            </a:r>
            <a:endParaRPr sz="1800">
              <a:latin typeface="Arial MT"/>
              <a:cs typeface="Arial MT"/>
            </a:endParaRPr>
          </a:p>
          <a:p>
            <a:pPr marL="424180" indent="-329565">
              <a:lnSpc>
                <a:spcPct val="100000"/>
              </a:lnSpc>
              <a:buChar char="-"/>
              <a:tabLst>
                <a:tab pos="424180" algn="l"/>
              </a:tabLst>
            </a:pPr>
            <a:r>
              <a:rPr dirty="0" sz="1800">
                <a:latin typeface="Arial MT"/>
                <a:cs typeface="Arial MT"/>
              </a:rPr>
              <a:t>Car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Type</a:t>
            </a:r>
            <a:endParaRPr sz="1800">
              <a:latin typeface="Arial MT"/>
              <a:cs typeface="Arial MT"/>
            </a:endParaRPr>
          </a:p>
          <a:p>
            <a:pPr marL="381635" indent="-287020">
              <a:lnSpc>
                <a:spcPct val="100000"/>
              </a:lnSpc>
              <a:buChar char="-"/>
              <a:tabLst>
                <a:tab pos="381635" algn="l"/>
              </a:tabLst>
            </a:pPr>
            <a:r>
              <a:rPr dirty="0" sz="1800">
                <a:latin typeface="Arial MT"/>
                <a:cs typeface="Arial MT"/>
              </a:rPr>
              <a:t>Part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ID</a:t>
            </a:r>
            <a:endParaRPr sz="1800">
              <a:latin typeface="Arial MT"/>
              <a:cs typeface="Arial MT"/>
            </a:endParaRPr>
          </a:p>
          <a:p>
            <a:pPr marL="381635" indent="-287020">
              <a:lnSpc>
                <a:spcPct val="100000"/>
              </a:lnSpc>
              <a:spcBef>
                <a:spcPts val="5"/>
              </a:spcBef>
              <a:buChar char="-"/>
              <a:tabLst>
                <a:tab pos="381635" algn="l"/>
              </a:tabLst>
            </a:pPr>
            <a:r>
              <a:rPr dirty="0" sz="1800" spc="-20">
                <a:latin typeface="Arial MT"/>
                <a:cs typeface="Arial MT"/>
              </a:rPr>
              <a:t>Unit</a:t>
            </a:r>
            <a:endParaRPr sz="1800">
              <a:latin typeface="Arial MT"/>
              <a:cs typeface="Arial MT"/>
            </a:endParaRPr>
          </a:p>
          <a:p>
            <a:pPr marL="381635">
              <a:lnSpc>
                <a:spcPct val="100000"/>
              </a:lnSpc>
            </a:pPr>
            <a:r>
              <a:rPr dirty="0" sz="1800" spc="-10">
                <a:latin typeface="Arial MT"/>
                <a:cs typeface="Arial MT"/>
              </a:rPr>
              <a:t>Available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80904" y="4123944"/>
            <a:ext cx="445134" cy="220979"/>
          </a:xfrm>
          <a:custGeom>
            <a:avLst/>
            <a:gdLst/>
            <a:ahLst/>
            <a:cxnLst/>
            <a:rect l="l" t="t" r="r" b="b"/>
            <a:pathLst>
              <a:path w="445134" h="220979">
                <a:moveTo>
                  <a:pt x="368935" y="144398"/>
                </a:moveTo>
                <a:lnTo>
                  <a:pt x="368935" y="220598"/>
                </a:lnTo>
                <a:lnTo>
                  <a:pt x="426847" y="191642"/>
                </a:lnTo>
                <a:lnTo>
                  <a:pt x="381635" y="191642"/>
                </a:lnTo>
                <a:lnTo>
                  <a:pt x="381635" y="173354"/>
                </a:lnTo>
                <a:lnTo>
                  <a:pt x="426847" y="173354"/>
                </a:lnTo>
                <a:lnTo>
                  <a:pt x="368935" y="144398"/>
                </a:lnTo>
                <a:close/>
              </a:path>
              <a:path w="445134" h="220979">
                <a:moveTo>
                  <a:pt x="213360" y="9143"/>
                </a:moveTo>
                <a:lnTo>
                  <a:pt x="213360" y="191642"/>
                </a:lnTo>
                <a:lnTo>
                  <a:pt x="368935" y="191642"/>
                </a:lnTo>
                <a:lnTo>
                  <a:pt x="368935" y="182498"/>
                </a:lnTo>
                <a:lnTo>
                  <a:pt x="231648" y="182498"/>
                </a:lnTo>
                <a:lnTo>
                  <a:pt x="222503" y="173354"/>
                </a:lnTo>
                <a:lnTo>
                  <a:pt x="231648" y="173354"/>
                </a:lnTo>
                <a:lnTo>
                  <a:pt x="231648" y="18287"/>
                </a:lnTo>
                <a:lnTo>
                  <a:pt x="222503" y="18287"/>
                </a:lnTo>
                <a:lnTo>
                  <a:pt x="213360" y="9143"/>
                </a:lnTo>
                <a:close/>
              </a:path>
              <a:path w="445134" h="220979">
                <a:moveTo>
                  <a:pt x="426847" y="173354"/>
                </a:moveTo>
                <a:lnTo>
                  <a:pt x="381635" y="173354"/>
                </a:lnTo>
                <a:lnTo>
                  <a:pt x="381635" y="191642"/>
                </a:lnTo>
                <a:lnTo>
                  <a:pt x="426847" y="191642"/>
                </a:lnTo>
                <a:lnTo>
                  <a:pt x="445135" y="182498"/>
                </a:lnTo>
                <a:lnTo>
                  <a:pt x="426847" y="173354"/>
                </a:lnTo>
                <a:close/>
              </a:path>
              <a:path w="445134" h="220979">
                <a:moveTo>
                  <a:pt x="231648" y="173354"/>
                </a:moveTo>
                <a:lnTo>
                  <a:pt x="222503" y="173354"/>
                </a:lnTo>
                <a:lnTo>
                  <a:pt x="231648" y="182498"/>
                </a:lnTo>
                <a:lnTo>
                  <a:pt x="231648" y="173354"/>
                </a:lnTo>
                <a:close/>
              </a:path>
              <a:path w="445134" h="220979">
                <a:moveTo>
                  <a:pt x="368935" y="173354"/>
                </a:moveTo>
                <a:lnTo>
                  <a:pt x="231648" y="173354"/>
                </a:lnTo>
                <a:lnTo>
                  <a:pt x="231648" y="182498"/>
                </a:lnTo>
                <a:lnTo>
                  <a:pt x="368935" y="182498"/>
                </a:lnTo>
                <a:lnTo>
                  <a:pt x="368935" y="173354"/>
                </a:lnTo>
                <a:close/>
              </a:path>
              <a:path w="445134" h="220979">
                <a:moveTo>
                  <a:pt x="231648" y="0"/>
                </a:moveTo>
                <a:lnTo>
                  <a:pt x="0" y="0"/>
                </a:lnTo>
                <a:lnTo>
                  <a:pt x="0" y="18287"/>
                </a:lnTo>
                <a:lnTo>
                  <a:pt x="213360" y="18287"/>
                </a:lnTo>
                <a:lnTo>
                  <a:pt x="213360" y="9143"/>
                </a:lnTo>
                <a:lnTo>
                  <a:pt x="231648" y="9143"/>
                </a:lnTo>
                <a:lnTo>
                  <a:pt x="231648" y="0"/>
                </a:lnTo>
                <a:close/>
              </a:path>
              <a:path w="445134" h="220979">
                <a:moveTo>
                  <a:pt x="231648" y="9143"/>
                </a:moveTo>
                <a:lnTo>
                  <a:pt x="213360" y="9143"/>
                </a:lnTo>
                <a:lnTo>
                  <a:pt x="222503" y="18287"/>
                </a:lnTo>
                <a:lnTo>
                  <a:pt x="231648" y="18287"/>
                </a:lnTo>
                <a:lnTo>
                  <a:pt x="231648" y="914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00044" y="2970276"/>
            <a:ext cx="3289300" cy="561340"/>
          </a:xfrm>
          <a:custGeom>
            <a:avLst/>
            <a:gdLst/>
            <a:ahLst/>
            <a:cxnLst/>
            <a:rect l="l" t="t" r="r" b="b"/>
            <a:pathLst>
              <a:path w="3289300" h="561339">
                <a:moveTo>
                  <a:pt x="0" y="560832"/>
                </a:moveTo>
                <a:lnTo>
                  <a:pt x="3288792" y="560832"/>
                </a:lnTo>
                <a:lnTo>
                  <a:pt x="3288792" y="0"/>
                </a:lnTo>
                <a:lnTo>
                  <a:pt x="0" y="0"/>
                </a:lnTo>
                <a:lnTo>
                  <a:pt x="0" y="560832"/>
                </a:lnTo>
                <a:close/>
              </a:path>
            </a:pathLst>
          </a:custGeom>
          <a:ln w="2743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375784" y="3885438"/>
            <a:ext cx="13277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Confirmation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004308" y="3529596"/>
            <a:ext cx="1991360" cy="999490"/>
          </a:xfrm>
          <a:custGeom>
            <a:avLst/>
            <a:gdLst/>
            <a:ahLst/>
            <a:cxnLst/>
            <a:rect l="l" t="t" r="r" b="b"/>
            <a:pathLst>
              <a:path w="1991359" h="999489">
                <a:moveTo>
                  <a:pt x="75184" y="327266"/>
                </a:moveTo>
                <a:lnTo>
                  <a:pt x="44640" y="322110"/>
                </a:lnTo>
                <a:lnTo>
                  <a:pt x="46736" y="0"/>
                </a:lnTo>
                <a:lnTo>
                  <a:pt x="28448" y="0"/>
                </a:lnTo>
                <a:lnTo>
                  <a:pt x="26403" y="314566"/>
                </a:lnTo>
                <a:lnTo>
                  <a:pt x="26377" y="319024"/>
                </a:lnTo>
                <a:lnTo>
                  <a:pt x="0" y="314566"/>
                </a:lnTo>
                <a:lnTo>
                  <a:pt x="24892" y="396100"/>
                </a:lnTo>
                <a:lnTo>
                  <a:pt x="70624" y="333489"/>
                </a:lnTo>
                <a:lnTo>
                  <a:pt x="75184" y="327266"/>
                </a:lnTo>
                <a:close/>
              </a:path>
              <a:path w="1991359" h="999489">
                <a:moveTo>
                  <a:pt x="1990852" y="980808"/>
                </a:moveTo>
                <a:lnTo>
                  <a:pt x="1237996" y="980808"/>
                </a:lnTo>
                <a:lnTo>
                  <a:pt x="1237996" y="170675"/>
                </a:lnTo>
                <a:lnTo>
                  <a:pt x="1266952" y="170675"/>
                </a:lnTo>
                <a:lnTo>
                  <a:pt x="1260602" y="157975"/>
                </a:lnTo>
                <a:lnTo>
                  <a:pt x="1228852" y="94475"/>
                </a:lnTo>
                <a:lnTo>
                  <a:pt x="1190752" y="170675"/>
                </a:lnTo>
                <a:lnTo>
                  <a:pt x="1219708" y="170675"/>
                </a:lnTo>
                <a:lnTo>
                  <a:pt x="1219708" y="999096"/>
                </a:lnTo>
                <a:lnTo>
                  <a:pt x="1990852" y="999096"/>
                </a:lnTo>
                <a:lnTo>
                  <a:pt x="1990852" y="989952"/>
                </a:lnTo>
                <a:lnTo>
                  <a:pt x="1990852" y="98080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203960"/>
            <a:ext cx="10134600" cy="1816735"/>
          </a:xfrm>
          <a:custGeom>
            <a:avLst/>
            <a:gdLst/>
            <a:ahLst/>
            <a:cxnLst/>
            <a:rect l="l" t="t" r="r" b="b"/>
            <a:pathLst>
              <a:path w="10134600" h="1816735">
                <a:moveTo>
                  <a:pt x="10134600" y="0"/>
                </a:moveTo>
                <a:lnTo>
                  <a:pt x="0" y="0"/>
                </a:lnTo>
                <a:lnTo>
                  <a:pt x="0" y="1816608"/>
                </a:lnTo>
                <a:lnTo>
                  <a:pt x="10134600" y="1816608"/>
                </a:lnTo>
                <a:lnTo>
                  <a:pt x="10134600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Scope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105"/>
              <a:t> </a:t>
            </a:r>
            <a:r>
              <a:rPr dirty="0" spc="-10"/>
              <a:t>Project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7244" y="1264157"/>
            <a:ext cx="1029906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dirty="0" sz="1700" spc="-25">
                <a:latin typeface="Arial MT"/>
                <a:cs typeface="Arial MT"/>
              </a:rPr>
              <a:t>1.</a:t>
            </a:r>
            <a:r>
              <a:rPr dirty="0" sz="1700">
                <a:latin typeface="Arial MT"/>
                <a:cs typeface="Arial MT"/>
              </a:rPr>
              <a:t>	Parts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Number</a:t>
            </a:r>
            <a:r>
              <a:rPr dirty="0" sz="1700" spc="-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(Special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ID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2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each</a:t>
            </a:r>
            <a:r>
              <a:rPr dirty="0" sz="1700" spc="-2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Part)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are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still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stored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inside</a:t>
            </a:r>
            <a:r>
              <a:rPr dirty="0" sz="1700" spc="-2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Documents</a:t>
            </a:r>
            <a:r>
              <a:rPr dirty="0" sz="1700" spc="-2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(PDF/Unstructured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Data)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for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1395226"/>
            <a:ext cx="10204450" cy="136461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700"/>
              </a:spcBef>
            </a:pPr>
            <a:r>
              <a:rPr dirty="0" sz="1700">
                <a:latin typeface="Arial MT"/>
                <a:cs typeface="Arial MT"/>
              </a:rPr>
              <a:t>each</a:t>
            </a:r>
            <a:r>
              <a:rPr dirty="0" sz="1700" spc="-2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car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type.</a:t>
            </a:r>
            <a:endParaRPr sz="170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605"/>
              </a:spcBef>
              <a:buAutoNum type="arabicPeriod" startAt="2"/>
              <a:tabLst>
                <a:tab pos="527685" algn="l"/>
              </a:tabLst>
            </a:pPr>
            <a:r>
              <a:rPr dirty="0" sz="1700" spc="-10">
                <a:latin typeface="Arial MT"/>
                <a:cs typeface="Arial MT"/>
              </a:rPr>
              <a:t>Stock</a:t>
            </a:r>
            <a:r>
              <a:rPr dirty="0" sz="1700" spc="-11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Availability/amount</a:t>
            </a:r>
            <a:r>
              <a:rPr dirty="0" sz="1700" spc="2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is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stored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inside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</a:t>
            </a:r>
            <a:r>
              <a:rPr dirty="0" sz="1700" spc="-1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SQL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Database/Structured</a:t>
            </a:r>
            <a:r>
              <a:rPr dirty="0" sz="1700" spc="3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Format.</a:t>
            </a:r>
            <a:endParaRPr sz="170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575"/>
              </a:spcBef>
              <a:buAutoNum type="arabicPeriod" startAt="2"/>
              <a:tabLst>
                <a:tab pos="527685" algn="l"/>
              </a:tabLst>
            </a:pPr>
            <a:r>
              <a:rPr dirty="0" sz="1700">
                <a:latin typeface="Arial MT"/>
                <a:cs typeface="Arial MT"/>
              </a:rPr>
              <a:t>Each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Part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has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unique</a:t>
            </a:r>
            <a:r>
              <a:rPr dirty="0" sz="1700" spc="-2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600"/>
              </a:spcBef>
              <a:buAutoNum type="arabicPeriod" startAt="2"/>
              <a:tabLst>
                <a:tab pos="527685" algn="l"/>
              </a:tabLst>
            </a:pPr>
            <a:r>
              <a:rPr dirty="0" sz="1700">
                <a:latin typeface="Arial MT"/>
                <a:cs typeface="Arial MT"/>
              </a:rPr>
              <a:t>Each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part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currently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is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generated,</a:t>
            </a:r>
            <a:r>
              <a:rPr dirty="0" sz="1700" spc="2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not</a:t>
            </a:r>
            <a:r>
              <a:rPr dirty="0" sz="1700" spc="-1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all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parts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are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available</a:t>
            </a:r>
            <a:r>
              <a:rPr dirty="0" sz="1700" spc="-1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in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this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test,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only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cars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“Pajero</a:t>
            </a:r>
            <a:r>
              <a:rPr dirty="0" sz="1700" spc="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sport,Xforce,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2305" y="2681681"/>
            <a:ext cx="219710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latin typeface="Arial MT"/>
                <a:cs typeface="Arial MT"/>
              </a:rPr>
              <a:t>Xpander”</a:t>
            </a:r>
            <a:r>
              <a:rPr dirty="0" sz="1700" spc="-2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are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available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1783" y="3727702"/>
            <a:ext cx="2569464" cy="31302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0256" y="3834383"/>
            <a:ext cx="2773679" cy="302361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46960" y="3316223"/>
            <a:ext cx="2039620" cy="372110"/>
          </a:xfrm>
          <a:prstGeom prst="rect">
            <a:avLst/>
          </a:prstGeom>
          <a:solidFill>
            <a:srgbClr val="C00000"/>
          </a:solidFill>
        </p:spPr>
        <p:txBody>
          <a:bodyPr wrap="square" lIns="0" tIns="41910" rIns="0" bIns="0" rtlCol="0" vert="horz">
            <a:spAutoFit/>
          </a:bodyPr>
          <a:lstStyle/>
          <a:p>
            <a:pPr marL="516255">
              <a:lnSpc>
                <a:spcPct val="100000"/>
              </a:lnSpc>
              <a:spcBef>
                <a:spcPts val="330"/>
              </a:spcBef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PDF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86016" y="3316223"/>
            <a:ext cx="2042160" cy="372110"/>
          </a:xfrm>
          <a:prstGeom prst="rect">
            <a:avLst/>
          </a:prstGeom>
          <a:solidFill>
            <a:srgbClr val="C00000"/>
          </a:solidFill>
        </p:spPr>
        <p:txBody>
          <a:bodyPr wrap="square" lIns="0" tIns="41910" rIns="0" bIns="0" rtlCol="0" vert="horz">
            <a:spAutoFit/>
          </a:bodyPr>
          <a:lstStyle/>
          <a:p>
            <a:pPr marL="356870">
              <a:lnSpc>
                <a:spcPct val="100000"/>
              </a:lnSpc>
              <a:spcBef>
                <a:spcPts val="330"/>
              </a:spcBef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Stock</a:t>
            </a:r>
            <a:r>
              <a:rPr dirty="0" sz="1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Master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45638" y="688670"/>
            <a:ext cx="5387340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Improvement</a:t>
            </a:r>
            <a:r>
              <a:rPr dirty="0" spc="-315"/>
              <a:t> </a:t>
            </a:r>
            <a:r>
              <a:rPr dirty="0" spc="-20"/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0383" y="1908048"/>
            <a:ext cx="3328670" cy="1521460"/>
          </a:xfrm>
          <a:prstGeom prst="rect">
            <a:avLst/>
          </a:prstGeom>
          <a:solidFill>
            <a:srgbClr val="F8F9FB"/>
          </a:solidFill>
        </p:spPr>
        <p:txBody>
          <a:bodyPr wrap="square" lIns="0" tIns="660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endParaRPr sz="1100">
              <a:latin typeface="Times New Roman"/>
              <a:cs typeface="Times New Roman"/>
            </a:endParaRPr>
          </a:p>
          <a:p>
            <a:pPr marL="320675">
              <a:lnSpc>
                <a:spcPct val="100000"/>
              </a:lnSpc>
            </a:pPr>
            <a:r>
              <a:rPr dirty="0" sz="1100" spc="-25" b="1">
                <a:solidFill>
                  <a:srgbClr val="D61820"/>
                </a:solidFill>
                <a:latin typeface="Arial"/>
                <a:cs typeface="Arial"/>
              </a:rPr>
              <a:t>01</a:t>
            </a:r>
            <a:endParaRPr sz="1100">
              <a:latin typeface="Arial"/>
              <a:cs typeface="Arial"/>
            </a:endParaRPr>
          </a:p>
          <a:p>
            <a:pPr marL="320675">
              <a:lnSpc>
                <a:spcPct val="100000"/>
              </a:lnSpc>
              <a:spcBef>
                <a:spcPts val="370"/>
              </a:spcBef>
            </a:pPr>
            <a:r>
              <a:rPr dirty="0" sz="1500" b="1">
                <a:solidFill>
                  <a:srgbClr val="1E293A"/>
                </a:solidFill>
                <a:latin typeface="Arial"/>
                <a:cs typeface="Arial"/>
              </a:rPr>
              <a:t>Database</a:t>
            </a:r>
            <a:r>
              <a:rPr dirty="0" sz="1500" spc="-25" b="1">
                <a:solidFill>
                  <a:srgbClr val="1E293A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E293A"/>
                </a:solidFill>
                <a:latin typeface="Arial"/>
                <a:cs typeface="Arial"/>
              </a:rPr>
              <a:t>Expansion</a:t>
            </a:r>
            <a:endParaRPr sz="1500">
              <a:latin typeface="Arial"/>
              <a:cs typeface="Arial"/>
            </a:endParaRPr>
          </a:p>
          <a:p>
            <a:pPr marL="320675" marR="379730">
              <a:lnSpc>
                <a:spcPct val="120100"/>
              </a:lnSpc>
              <a:spcBef>
                <a:spcPts val="470"/>
              </a:spcBef>
            </a:pP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Increase</a:t>
            </a:r>
            <a:r>
              <a:rPr dirty="0" sz="1100" spc="-3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more</a:t>
            </a:r>
            <a:r>
              <a:rPr dirty="0" sz="1100" spc="-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parts</a:t>
            </a:r>
            <a:r>
              <a:rPr dirty="0" sz="1100" spc="-3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and</a:t>
            </a:r>
            <a:r>
              <a:rPr dirty="0" sz="1100" spc="-3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car</a:t>
            </a:r>
            <a:r>
              <a:rPr dirty="0" sz="1100" spc="-2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models</a:t>
            </a:r>
            <a:r>
              <a:rPr dirty="0" sz="1100" spc="-3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in</a:t>
            </a:r>
            <a:r>
              <a:rPr dirty="0" sz="1100" spc="2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63748A"/>
                </a:solidFill>
                <a:latin typeface="Arial MT"/>
                <a:cs typeface="Arial MT"/>
              </a:rPr>
              <a:t>the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database</a:t>
            </a:r>
            <a:r>
              <a:rPr dirty="0" sz="1100" spc="-6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to</a:t>
            </a:r>
            <a:r>
              <a:rPr dirty="0" sz="1100" spc="1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expand</a:t>
            </a:r>
            <a:r>
              <a:rPr dirty="0" sz="1100" spc="-4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vehicle</a:t>
            </a:r>
            <a:r>
              <a:rPr dirty="0" sz="1100" spc="-1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63748A"/>
                </a:solidFill>
                <a:latin typeface="Arial MT"/>
                <a:cs typeface="Arial MT"/>
              </a:rPr>
              <a:t>line </a:t>
            </a:r>
            <a:r>
              <a:rPr dirty="0" sz="1100" spc="-10">
                <a:solidFill>
                  <a:srgbClr val="63748A"/>
                </a:solidFill>
                <a:latin typeface="Arial MT"/>
                <a:cs typeface="Arial MT"/>
              </a:rPr>
              <a:t>compatibility.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4559" y="1908048"/>
            <a:ext cx="3328670" cy="1521460"/>
          </a:xfrm>
          <a:prstGeom prst="rect">
            <a:avLst/>
          </a:prstGeom>
          <a:solidFill>
            <a:srgbClr val="F8F9FB"/>
          </a:solidFill>
        </p:spPr>
        <p:txBody>
          <a:bodyPr wrap="square" lIns="0" tIns="660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endParaRPr sz="1100">
              <a:latin typeface="Times New Roman"/>
              <a:cs typeface="Times New Roman"/>
            </a:endParaRPr>
          </a:p>
          <a:p>
            <a:pPr marL="321310">
              <a:lnSpc>
                <a:spcPct val="100000"/>
              </a:lnSpc>
            </a:pPr>
            <a:r>
              <a:rPr dirty="0" sz="1100" spc="-25" b="1">
                <a:solidFill>
                  <a:srgbClr val="D61820"/>
                </a:solidFill>
                <a:latin typeface="Arial"/>
                <a:cs typeface="Arial"/>
              </a:rPr>
              <a:t>02</a:t>
            </a:r>
            <a:endParaRPr sz="1100">
              <a:latin typeface="Arial"/>
              <a:cs typeface="Arial"/>
            </a:endParaRPr>
          </a:p>
          <a:p>
            <a:pPr marL="321310">
              <a:lnSpc>
                <a:spcPct val="100000"/>
              </a:lnSpc>
              <a:spcBef>
                <a:spcPts val="370"/>
              </a:spcBef>
            </a:pPr>
            <a:r>
              <a:rPr dirty="0" sz="1500" b="1">
                <a:solidFill>
                  <a:srgbClr val="1E293A"/>
                </a:solidFill>
                <a:latin typeface="Arial"/>
                <a:cs typeface="Arial"/>
              </a:rPr>
              <a:t>Order</a:t>
            </a:r>
            <a:r>
              <a:rPr dirty="0" sz="1500" spc="10" b="1">
                <a:solidFill>
                  <a:srgbClr val="1E293A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E293A"/>
                </a:solidFill>
                <a:latin typeface="Arial"/>
                <a:cs typeface="Arial"/>
              </a:rPr>
              <a:t>Monitoring</a:t>
            </a:r>
            <a:r>
              <a:rPr dirty="0" sz="1500" spc="-45" b="1">
                <a:solidFill>
                  <a:srgbClr val="1E293A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1E293A"/>
                </a:solidFill>
                <a:latin typeface="Arial"/>
                <a:cs typeface="Arial"/>
              </a:rPr>
              <a:t>Logs</a:t>
            </a:r>
            <a:endParaRPr sz="1500">
              <a:latin typeface="Arial"/>
              <a:cs typeface="Arial"/>
            </a:endParaRPr>
          </a:p>
          <a:p>
            <a:pPr marL="321310" marR="599440">
              <a:lnSpc>
                <a:spcPct val="120100"/>
              </a:lnSpc>
              <a:spcBef>
                <a:spcPts val="470"/>
              </a:spcBef>
            </a:pP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Addition</a:t>
            </a:r>
            <a:r>
              <a:rPr dirty="0" sz="1100" spc="-1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of</a:t>
            </a:r>
            <a:r>
              <a:rPr dirty="0" sz="1100" spc="-1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request</a:t>
            </a:r>
            <a:r>
              <a:rPr dirty="0" sz="1100" spc="-4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order</a:t>
            </a:r>
            <a:r>
              <a:rPr dirty="0" sz="1100" spc="-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logs</a:t>
            </a:r>
            <a:r>
              <a:rPr dirty="0" sz="1100" spc="-2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63748A"/>
                </a:solidFill>
                <a:latin typeface="Arial MT"/>
                <a:cs typeface="Arial MT"/>
              </a:rPr>
              <a:t>and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centralized</a:t>
            </a:r>
            <a:r>
              <a:rPr dirty="0" sz="1100" spc="-5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monitoring</a:t>
            </a:r>
            <a:r>
              <a:rPr dirty="0" sz="1100" spc="-2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of</a:t>
            </a:r>
            <a:r>
              <a:rPr dirty="0" sz="1100" spc="-2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parts</a:t>
            </a:r>
            <a:r>
              <a:rPr dirty="0" sz="1100" spc="-10">
                <a:solidFill>
                  <a:srgbClr val="63748A"/>
                </a:solidFill>
                <a:latin typeface="Arial MT"/>
                <a:cs typeface="Arial MT"/>
              </a:rPr>
              <a:t> ordered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across</a:t>
            </a:r>
            <a:r>
              <a:rPr dirty="0" sz="1100" spc="-4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48A"/>
                </a:solidFill>
                <a:latin typeface="Arial MT"/>
                <a:cs typeface="Arial MT"/>
              </a:rPr>
              <a:t>bays.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4559" y="3730752"/>
            <a:ext cx="3328670" cy="1438910"/>
          </a:xfrm>
          <a:prstGeom prst="rect">
            <a:avLst/>
          </a:prstGeom>
          <a:solidFill>
            <a:srgbClr val="F8F9FB"/>
          </a:solidFill>
        </p:spPr>
        <p:txBody>
          <a:bodyPr wrap="square" lIns="0" tIns="145415" rIns="0" bIns="0" rtlCol="0" vert="horz">
            <a:spAutoFit/>
          </a:bodyPr>
          <a:lstStyle/>
          <a:p>
            <a:pPr marL="321310">
              <a:lnSpc>
                <a:spcPct val="100000"/>
              </a:lnSpc>
              <a:spcBef>
                <a:spcPts val="1145"/>
              </a:spcBef>
            </a:pPr>
            <a:r>
              <a:rPr dirty="0" sz="1100" spc="-25" b="1">
                <a:solidFill>
                  <a:srgbClr val="D61820"/>
                </a:solidFill>
                <a:latin typeface="Arial"/>
                <a:cs typeface="Arial"/>
              </a:rPr>
              <a:t>03</a:t>
            </a:r>
            <a:endParaRPr sz="1100">
              <a:latin typeface="Arial"/>
              <a:cs typeface="Arial"/>
            </a:endParaRPr>
          </a:p>
          <a:p>
            <a:pPr marL="321310">
              <a:lnSpc>
                <a:spcPct val="100000"/>
              </a:lnSpc>
              <a:spcBef>
                <a:spcPts val="370"/>
              </a:spcBef>
            </a:pPr>
            <a:r>
              <a:rPr dirty="0" sz="1500" b="1">
                <a:solidFill>
                  <a:srgbClr val="1E293A"/>
                </a:solidFill>
                <a:latin typeface="Arial"/>
                <a:cs typeface="Arial"/>
              </a:rPr>
              <a:t>Session</a:t>
            </a:r>
            <a:r>
              <a:rPr dirty="0" sz="1500" spc="-25" b="1">
                <a:solidFill>
                  <a:srgbClr val="1E293A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E293A"/>
                </a:solidFill>
                <a:latin typeface="Arial"/>
                <a:cs typeface="Arial"/>
              </a:rPr>
              <a:t>Persistence</a:t>
            </a:r>
            <a:endParaRPr sz="1500">
              <a:latin typeface="Arial"/>
              <a:cs typeface="Arial"/>
            </a:endParaRPr>
          </a:p>
          <a:p>
            <a:pPr marL="321310" marR="438150">
              <a:lnSpc>
                <a:spcPct val="120000"/>
              </a:lnSpc>
              <a:spcBef>
                <a:spcPts val="475"/>
              </a:spcBef>
            </a:pP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Implement</a:t>
            </a:r>
            <a:r>
              <a:rPr dirty="0" sz="1100" spc="-3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48A"/>
                </a:solidFill>
                <a:latin typeface="Arial MT"/>
                <a:cs typeface="Arial MT"/>
              </a:rPr>
              <a:t>multi-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device</a:t>
            </a:r>
            <a:r>
              <a:rPr dirty="0" sz="1100" spc="-3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support</a:t>
            </a:r>
            <a:r>
              <a:rPr dirty="0" sz="1100" spc="-6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to</a:t>
            </a:r>
            <a:r>
              <a:rPr dirty="0" sz="1100" spc="-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48A"/>
                </a:solidFill>
                <a:latin typeface="Arial MT"/>
                <a:cs typeface="Arial MT"/>
              </a:rPr>
              <a:t>ensure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continuous</a:t>
            </a:r>
            <a:r>
              <a:rPr dirty="0" sz="1100" spc="-8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technician</a:t>
            </a:r>
            <a:r>
              <a:rPr dirty="0" sz="1100" spc="-2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workflows</a:t>
            </a:r>
            <a:r>
              <a:rPr dirty="0" sz="1100" spc="-2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on</a:t>
            </a:r>
            <a:r>
              <a:rPr dirty="0" sz="1100" spc="-20">
                <a:solidFill>
                  <a:srgbClr val="63748A"/>
                </a:solidFill>
                <a:latin typeface="Arial MT"/>
                <a:cs typeface="Arial MT"/>
              </a:rPr>
              <a:t> field </a:t>
            </a:r>
            <a:r>
              <a:rPr dirty="0" sz="1100" spc="-10">
                <a:solidFill>
                  <a:srgbClr val="63748A"/>
                </a:solidFill>
                <a:latin typeface="Arial MT"/>
                <a:cs typeface="Arial MT"/>
              </a:rPr>
              <a:t>tablets.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0383" y="3730752"/>
            <a:ext cx="3328670" cy="1438910"/>
          </a:xfrm>
          <a:prstGeom prst="rect">
            <a:avLst/>
          </a:prstGeom>
          <a:solidFill>
            <a:srgbClr val="F8F9FB"/>
          </a:solidFill>
        </p:spPr>
        <p:txBody>
          <a:bodyPr wrap="square" lIns="0" tIns="673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Times New Roman"/>
              <a:cs typeface="Times New Roman"/>
            </a:endParaRPr>
          </a:p>
          <a:p>
            <a:pPr marL="320675">
              <a:lnSpc>
                <a:spcPct val="100000"/>
              </a:lnSpc>
              <a:spcBef>
                <a:spcPts val="5"/>
              </a:spcBef>
            </a:pPr>
            <a:r>
              <a:rPr dirty="0" sz="1100" spc="-25" b="1">
                <a:solidFill>
                  <a:srgbClr val="D61820"/>
                </a:solidFill>
                <a:latin typeface="Arial"/>
                <a:cs typeface="Arial"/>
              </a:rPr>
              <a:t>04</a:t>
            </a:r>
            <a:endParaRPr sz="1100">
              <a:latin typeface="Arial"/>
              <a:cs typeface="Arial"/>
            </a:endParaRPr>
          </a:p>
          <a:p>
            <a:pPr marL="320675">
              <a:lnSpc>
                <a:spcPct val="100000"/>
              </a:lnSpc>
              <a:spcBef>
                <a:spcPts val="370"/>
              </a:spcBef>
            </a:pPr>
            <a:r>
              <a:rPr dirty="0" sz="1500" b="1">
                <a:solidFill>
                  <a:srgbClr val="1E293A"/>
                </a:solidFill>
                <a:latin typeface="Arial"/>
                <a:cs typeface="Arial"/>
              </a:rPr>
              <a:t>Authentication</a:t>
            </a:r>
            <a:r>
              <a:rPr dirty="0" sz="1500" spc="-55" b="1">
                <a:solidFill>
                  <a:srgbClr val="1E293A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E293A"/>
                </a:solidFill>
                <a:latin typeface="Arial"/>
                <a:cs typeface="Arial"/>
              </a:rPr>
              <a:t>&amp;</a:t>
            </a:r>
            <a:r>
              <a:rPr dirty="0" sz="1500" spc="20" b="1">
                <a:solidFill>
                  <a:srgbClr val="1E293A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1E293A"/>
                </a:solidFill>
                <a:latin typeface="Arial"/>
                <a:cs typeface="Arial"/>
              </a:rPr>
              <a:t>Roles</a:t>
            </a:r>
            <a:endParaRPr sz="1500">
              <a:latin typeface="Arial"/>
              <a:cs typeface="Arial"/>
            </a:endParaRPr>
          </a:p>
          <a:p>
            <a:pPr marL="320675" marR="312420">
              <a:lnSpc>
                <a:spcPct val="120100"/>
              </a:lnSpc>
              <a:spcBef>
                <a:spcPts val="470"/>
              </a:spcBef>
            </a:pP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Enforce</a:t>
            </a:r>
            <a:r>
              <a:rPr dirty="0" sz="1100" spc="-6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secure</a:t>
            </a:r>
            <a:r>
              <a:rPr dirty="0" sz="1100" spc="-1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user</a:t>
            </a:r>
            <a:r>
              <a:rPr dirty="0" sz="1100" spc="-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login</a:t>
            </a:r>
            <a:r>
              <a:rPr dirty="0" sz="1100" spc="1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states</a:t>
            </a:r>
            <a:r>
              <a:rPr dirty="0" sz="1100" spc="-5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and</a:t>
            </a:r>
            <a:r>
              <a:rPr dirty="0" sz="1100" spc="-1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48A"/>
                </a:solidFill>
                <a:latin typeface="Arial MT"/>
                <a:cs typeface="Arial MT"/>
              </a:rPr>
              <a:t>strict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access</a:t>
            </a:r>
            <a:r>
              <a:rPr dirty="0" sz="1100" spc="-1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control</a:t>
            </a:r>
            <a:r>
              <a:rPr dirty="0" sz="1100" spc="-20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configurations</a:t>
            </a:r>
            <a:r>
              <a:rPr dirty="0" sz="1100" spc="-6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3748A"/>
                </a:solidFill>
                <a:latin typeface="Arial MT"/>
                <a:cs typeface="Arial MT"/>
              </a:rPr>
              <a:t>per</a:t>
            </a:r>
            <a:r>
              <a:rPr dirty="0" sz="1100" spc="5">
                <a:solidFill>
                  <a:srgbClr val="63748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63748A"/>
                </a:solidFill>
                <a:latin typeface="Arial MT"/>
                <a:cs typeface="Arial MT"/>
              </a:rPr>
              <a:t>workshop role.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6317" y="2477535"/>
            <a:ext cx="3039110" cy="1527810"/>
          </a:xfrm>
          <a:prstGeom prst="rect"/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b="1">
                <a:latin typeface="Courier New"/>
                <a:cs typeface="Courier New"/>
              </a:rPr>
              <a:t>Thank</a:t>
            </a:r>
            <a:r>
              <a:rPr dirty="0" spc="-155" b="1">
                <a:latin typeface="Courier New"/>
                <a:cs typeface="Courier New"/>
              </a:rPr>
              <a:t> </a:t>
            </a:r>
            <a:r>
              <a:rPr dirty="0" spc="-25" b="1">
                <a:latin typeface="Courier New"/>
                <a:cs typeface="Courier New"/>
              </a:rPr>
              <a:t>you</a:t>
            </a:r>
          </a:p>
          <a:p>
            <a:pPr marL="146685">
              <a:lnSpc>
                <a:spcPct val="100000"/>
              </a:lnSpc>
              <a:spcBef>
                <a:spcPts val="635"/>
              </a:spcBef>
            </a:pPr>
            <a:r>
              <a:rPr dirty="0" spc="-105">
                <a:solidFill>
                  <a:srgbClr val="C00000"/>
                </a:solidFill>
                <a:latin typeface="Yu Gothic Light"/>
                <a:cs typeface="Yu Gothic Light"/>
              </a:rPr>
              <a:t>ありがとう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2026-06-02T15:23:12Z</dcterms:created>
  <dcterms:modified xsi:type="dcterms:W3CDTF">2026-06-02T15:23:12Z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2026-06-02T00:00:00Z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2026-06-02T00:00:00Z</vt:filetime>
  </property>
</Properties>
</file>