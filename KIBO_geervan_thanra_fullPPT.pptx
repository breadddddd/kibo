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7" r:id="rId3"/>
    <p:sldId id="275" r:id="rId4"/>
    <p:sldId id="276" r:id="rId5"/>
    <p:sldId id="278" r:id="rId6"/>
    <p:sldId id="258" r:id="rId7"/>
    <p:sldId id="265" r:id="rId8"/>
    <p:sldId id="264" r:id="rId9"/>
    <p:sldId id="279" r:id="rId10"/>
    <p:sldId id="272" r:id="rId11"/>
    <p:sldId id="281" r:id="rId12"/>
    <p:sldId id="280" r:id="rId13"/>
    <p:sldId id="284" r:id="rId14"/>
    <p:sldId id="282" r:id="rId15"/>
    <p:sldId id="261" r:id="rId16"/>
    <p:sldId id="266" r:id="rId17"/>
    <p:sldId id="260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002DE7-CA0D-4828-B867-918C9E5F0160}" type="doc">
      <dgm:prSet loTypeId="urn:microsoft.com/office/officeart/2005/8/layout/vList3" loCatId="picture" qsTypeId="urn:microsoft.com/office/officeart/2005/8/quickstyle/simple1" qsCatId="simple" csTypeId="urn:microsoft.com/office/officeart/2005/8/colors/accent2_1" csCatId="accent2" phldr="1"/>
      <dgm:spPr/>
    </dgm:pt>
    <dgm:pt modelId="{214F094D-6D43-4F9E-98D7-717211F706D2}">
      <dgm:prSet phldrT="[Text]"/>
      <dgm:spPr/>
      <dgm:t>
        <a:bodyPr/>
        <a:lstStyle/>
        <a:p>
          <a:r>
            <a:rPr lang="en-US" dirty="0"/>
            <a:t>Aim is to ease the burden and increase efficiency in the workshop</a:t>
          </a:r>
        </a:p>
      </dgm:t>
    </dgm:pt>
    <dgm:pt modelId="{E52075ED-C953-48C0-A024-96FE4334446A}" type="parTrans" cxnId="{6022EE0C-F8E7-4F3C-9C16-9496C2348CE5}">
      <dgm:prSet/>
      <dgm:spPr/>
      <dgm:t>
        <a:bodyPr/>
        <a:lstStyle/>
        <a:p>
          <a:endParaRPr lang="en-US"/>
        </a:p>
      </dgm:t>
    </dgm:pt>
    <dgm:pt modelId="{D3D162EA-E4E1-43F3-A12B-AFC57DF4E67E}" type="sibTrans" cxnId="{6022EE0C-F8E7-4F3C-9C16-9496C2348CE5}">
      <dgm:prSet/>
      <dgm:spPr/>
      <dgm:t>
        <a:bodyPr/>
        <a:lstStyle/>
        <a:p>
          <a:endParaRPr lang="en-US"/>
        </a:p>
      </dgm:t>
    </dgm:pt>
    <dgm:pt modelId="{3243AE72-54EB-43AF-B1F2-1CFB0C96CF48}" type="pres">
      <dgm:prSet presAssocID="{25002DE7-CA0D-4828-B867-918C9E5F0160}" presName="linearFlow" presStyleCnt="0">
        <dgm:presLayoutVars>
          <dgm:dir/>
          <dgm:resizeHandles val="exact"/>
        </dgm:presLayoutVars>
      </dgm:prSet>
      <dgm:spPr/>
    </dgm:pt>
    <dgm:pt modelId="{2038E473-5A21-4825-A4A9-A24A5EFFC817}" type="pres">
      <dgm:prSet presAssocID="{214F094D-6D43-4F9E-98D7-717211F706D2}" presName="composite" presStyleCnt="0"/>
      <dgm:spPr/>
    </dgm:pt>
    <dgm:pt modelId="{78178B10-68A1-4E60-A5B3-3D4DA6CFC453}" type="pres">
      <dgm:prSet presAssocID="{214F094D-6D43-4F9E-98D7-717211F706D2}" presName="imgShp" presStyleLbl="fgImgPlace1" presStyleIdx="0" presStyleCnt="1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solidFill>
            <a:srgbClr val="C00000"/>
          </a:solidFill>
        </a:ln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38F99462-3EBE-4F21-99D5-BD4520E8A974}" type="pres">
      <dgm:prSet presAssocID="{214F094D-6D43-4F9E-98D7-717211F706D2}" presName="txShp" presStyleLbl="node1" presStyleIdx="0" presStyleCnt="1">
        <dgm:presLayoutVars>
          <dgm:bulletEnabled val="1"/>
        </dgm:presLayoutVars>
      </dgm:prSet>
      <dgm:spPr/>
    </dgm:pt>
  </dgm:ptLst>
  <dgm:cxnLst>
    <dgm:cxn modelId="{6022EE0C-F8E7-4F3C-9C16-9496C2348CE5}" srcId="{25002DE7-CA0D-4828-B867-918C9E5F0160}" destId="{214F094D-6D43-4F9E-98D7-717211F706D2}" srcOrd="0" destOrd="0" parTransId="{E52075ED-C953-48C0-A024-96FE4334446A}" sibTransId="{D3D162EA-E4E1-43F3-A12B-AFC57DF4E67E}"/>
    <dgm:cxn modelId="{2D795021-E3B5-48CB-96D4-12E3872C9F84}" type="presOf" srcId="{25002DE7-CA0D-4828-B867-918C9E5F0160}" destId="{3243AE72-54EB-43AF-B1F2-1CFB0C96CF48}" srcOrd="0" destOrd="0" presId="urn:microsoft.com/office/officeart/2005/8/layout/vList3"/>
    <dgm:cxn modelId="{B22FF325-9E51-4EED-B87D-5467505685D8}" type="presOf" srcId="{214F094D-6D43-4F9E-98D7-717211F706D2}" destId="{38F99462-3EBE-4F21-99D5-BD4520E8A974}" srcOrd="0" destOrd="0" presId="urn:microsoft.com/office/officeart/2005/8/layout/vList3"/>
    <dgm:cxn modelId="{CD8D713B-7C58-4BB1-B588-B00B40A4AAD7}" type="presParOf" srcId="{3243AE72-54EB-43AF-B1F2-1CFB0C96CF48}" destId="{2038E473-5A21-4825-A4A9-A24A5EFFC817}" srcOrd="0" destOrd="0" presId="urn:microsoft.com/office/officeart/2005/8/layout/vList3"/>
    <dgm:cxn modelId="{D322E860-D152-44FE-BB37-7F4C9C531120}" type="presParOf" srcId="{2038E473-5A21-4825-A4A9-A24A5EFFC817}" destId="{78178B10-68A1-4E60-A5B3-3D4DA6CFC453}" srcOrd="0" destOrd="0" presId="urn:microsoft.com/office/officeart/2005/8/layout/vList3"/>
    <dgm:cxn modelId="{0167DC22-3EFA-41CC-BE54-83857282B88A}" type="presParOf" srcId="{2038E473-5A21-4825-A4A9-A24A5EFFC817}" destId="{38F99462-3EBE-4F21-99D5-BD4520E8A97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394486-12D1-42B8-B482-7BCBC6641591}" type="doc">
      <dgm:prSet loTypeId="urn:microsoft.com/office/officeart/2005/8/layout/process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EDCF6D8-5F96-47AE-829F-A6F40736E0EA}">
      <dgm:prSet phldrT="[Text]" phldr="0"/>
      <dgm:spPr>
        <a:solidFill>
          <a:srgbClr val="C00000"/>
        </a:solidFill>
      </dgm:spPr>
      <dgm:t>
        <a:bodyPr/>
        <a:lstStyle/>
        <a:p>
          <a:r>
            <a:rPr lang="en-US" dirty="0"/>
            <a:t>User Type</a:t>
          </a:r>
        </a:p>
        <a:p>
          <a:r>
            <a:rPr lang="en-US" dirty="0"/>
            <a:t>“Windshield </a:t>
          </a:r>
          <a:r>
            <a:rPr lang="en-US" dirty="0" err="1"/>
            <a:t>Xforce</a:t>
          </a:r>
          <a:r>
            <a:rPr lang="en-US" dirty="0"/>
            <a:t>”</a:t>
          </a:r>
        </a:p>
      </dgm:t>
    </dgm:pt>
    <dgm:pt modelId="{F48670A0-2403-444F-8F1A-7EC7732D9268}" type="parTrans" cxnId="{6305234B-DCB6-4092-B54A-C00644140B95}">
      <dgm:prSet/>
      <dgm:spPr/>
      <dgm:t>
        <a:bodyPr/>
        <a:lstStyle/>
        <a:p>
          <a:endParaRPr lang="en-US"/>
        </a:p>
      </dgm:t>
    </dgm:pt>
    <dgm:pt modelId="{0833D219-D0AB-4BC0-8734-36DA4AC60322}" type="sibTrans" cxnId="{6305234B-DCB6-4092-B54A-C00644140B95}">
      <dgm:prSet/>
      <dgm:spPr/>
      <dgm:t>
        <a:bodyPr/>
        <a:lstStyle/>
        <a:p>
          <a:endParaRPr lang="en-US"/>
        </a:p>
      </dgm:t>
    </dgm:pt>
    <dgm:pt modelId="{24AF408E-09A7-4D63-8CF9-0A2681D8490F}">
      <dgm:prSet phldrT="[Text]" phldr="0"/>
      <dgm:spPr>
        <a:solidFill>
          <a:srgbClr val="C00000"/>
        </a:solidFill>
      </dgm:spPr>
      <dgm:t>
        <a:bodyPr/>
        <a:lstStyle/>
        <a:p>
          <a:r>
            <a:rPr lang="en-US" dirty="0"/>
            <a:t>KIBO Finds Part Number and Stock Availability</a:t>
          </a:r>
        </a:p>
      </dgm:t>
    </dgm:pt>
    <dgm:pt modelId="{9DAFFA6C-2E38-4C69-A741-2760507A600B}" type="parTrans" cxnId="{D18596B6-125A-437C-8365-6176F35C6849}">
      <dgm:prSet/>
      <dgm:spPr/>
      <dgm:t>
        <a:bodyPr/>
        <a:lstStyle/>
        <a:p>
          <a:endParaRPr lang="en-US"/>
        </a:p>
      </dgm:t>
    </dgm:pt>
    <dgm:pt modelId="{EA6A47B0-B80A-4BC4-8A58-6DEEA061B936}" type="sibTrans" cxnId="{D18596B6-125A-437C-8365-6176F35C6849}">
      <dgm:prSet/>
      <dgm:spPr/>
      <dgm:t>
        <a:bodyPr/>
        <a:lstStyle/>
        <a:p>
          <a:endParaRPr lang="en-US"/>
        </a:p>
      </dgm:t>
    </dgm:pt>
    <dgm:pt modelId="{6CE32D26-A90A-4F06-98F8-0FE25094DB0F}">
      <dgm:prSet phldrT="[Text]" phldr="0"/>
      <dgm:spPr>
        <a:solidFill>
          <a:srgbClr val="C00000"/>
        </a:solidFill>
      </dgm:spPr>
      <dgm:t>
        <a:bodyPr/>
        <a:lstStyle/>
        <a:p>
          <a:r>
            <a:rPr lang="en-US" dirty="0"/>
            <a:t>KIBO ask User if they want to order</a:t>
          </a:r>
        </a:p>
      </dgm:t>
    </dgm:pt>
    <dgm:pt modelId="{4654E889-EFBF-4F5D-990E-B6CE5B307F77}" type="parTrans" cxnId="{B219F414-5430-4A00-A87B-429C70D7CD11}">
      <dgm:prSet/>
      <dgm:spPr/>
      <dgm:t>
        <a:bodyPr/>
        <a:lstStyle/>
        <a:p>
          <a:endParaRPr lang="en-US"/>
        </a:p>
      </dgm:t>
    </dgm:pt>
    <dgm:pt modelId="{3FDDF698-4C23-40EA-A518-E775D4345BB5}" type="sibTrans" cxnId="{B219F414-5430-4A00-A87B-429C70D7CD11}">
      <dgm:prSet/>
      <dgm:spPr/>
      <dgm:t>
        <a:bodyPr/>
        <a:lstStyle/>
        <a:p>
          <a:endParaRPr lang="en-US"/>
        </a:p>
      </dgm:t>
    </dgm:pt>
    <dgm:pt modelId="{3787CA22-3F0B-4A2A-A13F-72A0B6FD198F}" type="pres">
      <dgm:prSet presAssocID="{15394486-12D1-42B8-B482-7BCBC6641591}" presName="Name0" presStyleCnt="0">
        <dgm:presLayoutVars>
          <dgm:dir/>
          <dgm:resizeHandles val="exact"/>
        </dgm:presLayoutVars>
      </dgm:prSet>
      <dgm:spPr/>
    </dgm:pt>
    <dgm:pt modelId="{5388E23F-7483-4301-89C2-9006E75C5636}" type="pres">
      <dgm:prSet presAssocID="{7EDCF6D8-5F96-47AE-829F-A6F40736E0EA}" presName="node" presStyleLbl="node1" presStyleIdx="0" presStyleCnt="3">
        <dgm:presLayoutVars>
          <dgm:bulletEnabled val="1"/>
        </dgm:presLayoutVars>
      </dgm:prSet>
      <dgm:spPr/>
    </dgm:pt>
    <dgm:pt modelId="{55EEF48A-C888-4B7B-90E9-504315BF12B7}" type="pres">
      <dgm:prSet presAssocID="{0833D219-D0AB-4BC0-8734-36DA4AC60322}" presName="sibTrans" presStyleLbl="sibTrans2D1" presStyleIdx="0" presStyleCnt="2"/>
      <dgm:spPr/>
    </dgm:pt>
    <dgm:pt modelId="{1624536F-2366-441D-8C83-AF48BABB49BE}" type="pres">
      <dgm:prSet presAssocID="{0833D219-D0AB-4BC0-8734-36DA4AC60322}" presName="connectorText" presStyleLbl="sibTrans2D1" presStyleIdx="0" presStyleCnt="2"/>
      <dgm:spPr/>
    </dgm:pt>
    <dgm:pt modelId="{579C828B-F47C-40E9-9CB2-C2FDD1E4E5D8}" type="pres">
      <dgm:prSet presAssocID="{24AF408E-09A7-4D63-8CF9-0A2681D8490F}" presName="node" presStyleLbl="node1" presStyleIdx="1" presStyleCnt="3">
        <dgm:presLayoutVars>
          <dgm:bulletEnabled val="1"/>
        </dgm:presLayoutVars>
      </dgm:prSet>
      <dgm:spPr/>
    </dgm:pt>
    <dgm:pt modelId="{9E5DF40A-162E-45A4-B8D3-63D3F9E471ED}" type="pres">
      <dgm:prSet presAssocID="{EA6A47B0-B80A-4BC4-8A58-6DEEA061B936}" presName="sibTrans" presStyleLbl="sibTrans2D1" presStyleIdx="1" presStyleCnt="2"/>
      <dgm:spPr/>
    </dgm:pt>
    <dgm:pt modelId="{95D3BB41-49ED-4DDE-857B-B6E410C85A95}" type="pres">
      <dgm:prSet presAssocID="{EA6A47B0-B80A-4BC4-8A58-6DEEA061B936}" presName="connectorText" presStyleLbl="sibTrans2D1" presStyleIdx="1" presStyleCnt="2"/>
      <dgm:spPr/>
    </dgm:pt>
    <dgm:pt modelId="{EFAA93E6-0F10-40B6-9216-0D9CA8B72C85}" type="pres">
      <dgm:prSet presAssocID="{6CE32D26-A90A-4F06-98F8-0FE25094DB0F}" presName="node" presStyleLbl="node1" presStyleIdx="2" presStyleCnt="3">
        <dgm:presLayoutVars>
          <dgm:bulletEnabled val="1"/>
        </dgm:presLayoutVars>
      </dgm:prSet>
      <dgm:spPr/>
    </dgm:pt>
  </dgm:ptLst>
  <dgm:cxnLst>
    <dgm:cxn modelId="{B219F414-5430-4A00-A87B-429C70D7CD11}" srcId="{15394486-12D1-42B8-B482-7BCBC6641591}" destId="{6CE32D26-A90A-4F06-98F8-0FE25094DB0F}" srcOrd="2" destOrd="0" parTransId="{4654E889-EFBF-4F5D-990E-B6CE5B307F77}" sibTransId="{3FDDF698-4C23-40EA-A518-E775D4345BB5}"/>
    <dgm:cxn modelId="{C7DAE528-39E0-4D17-806F-7E83C16FA4FB}" type="presOf" srcId="{EA6A47B0-B80A-4BC4-8A58-6DEEA061B936}" destId="{9E5DF40A-162E-45A4-B8D3-63D3F9E471ED}" srcOrd="0" destOrd="0" presId="urn:microsoft.com/office/officeart/2005/8/layout/process1"/>
    <dgm:cxn modelId="{8C375761-0EEE-4951-A77E-5EE3444F3855}" type="presOf" srcId="{7EDCF6D8-5F96-47AE-829F-A6F40736E0EA}" destId="{5388E23F-7483-4301-89C2-9006E75C5636}" srcOrd="0" destOrd="0" presId="urn:microsoft.com/office/officeart/2005/8/layout/process1"/>
    <dgm:cxn modelId="{B9847162-BF02-4A20-9B0E-ACA9D6CD4457}" type="presOf" srcId="{0833D219-D0AB-4BC0-8734-36DA4AC60322}" destId="{1624536F-2366-441D-8C83-AF48BABB49BE}" srcOrd="1" destOrd="0" presId="urn:microsoft.com/office/officeart/2005/8/layout/process1"/>
    <dgm:cxn modelId="{6305234B-DCB6-4092-B54A-C00644140B95}" srcId="{15394486-12D1-42B8-B482-7BCBC6641591}" destId="{7EDCF6D8-5F96-47AE-829F-A6F40736E0EA}" srcOrd="0" destOrd="0" parTransId="{F48670A0-2403-444F-8F1A-7EC7732D9268}" sibTransId="{0833D219-D0AB-4BC0-8734-36DA4AC60322}"/>
    <dgm:cxn modelId="{6910BC83-FD61-4494-8A8B-AAEEAC12CC61}" type="presOf" srcId="{0833D219-D0AB-4BC0-8734-36DA4AC60322}" destId="{55EEF48A-C888-4B7B-90E9-504315BF12B7}" srcOrd="0" destOrd="0" presId="urn:microsoft.com/office/officeart/2005/8/layout/process1"/>
    <dgm:cxn modelId="{079E5790-D45A-4276-93BD-AB414E9DAEB4}" type="presOf" srcId="{EA6A47B0-B80A-4BC4-8A58-6DEEA061B936}" destId="{95D3BB41-49ED-4DDE-857B-B6E410C85A95}" srcOrd="1" destOrd="0" presId="urn:microsoft.com/office/officeart/2005/8/layout/process1"/>
    <dgm:cxn modelId="{D18596B6-125A-437C-8365-6176F35C6849}" srcId="{15394486-12D1-42B8-B482-7BCBC6641591}" destId="{24AF408E-09A7-4D63-8CF9-0A2681D8490F}" srcOrd="1" destOrd="0" parTransId="{9DAFFA6C-2E38-4C69-A741-2760507A600B}" sibTransId="{EA6A47B0-B80A-4BC4-8A58-6DEEA061B936}"/>
    <dgm:cxn modelId="{5E696DE0-971B-4CC0-BA52-26E333909773}" type="presOf" srcId="{24AF408E-09A7-4D63-8CF9-0A2681D8490F}" destId="{579C828B-F47C-40E9-9CB2-C2FDD1E4E5D8}" srcOrd="0" destOrd="0" presId="urn:microsoft.com/office/officeart/2005/8/layout/process1"/>
    <dgm:cxn modelId="{833A22F2-7158-44C9-8DA1-82FC2086BC2B}" type="presOf" srcId="{6CE32D26-A90A-4F06-98F8-0FE25094DB0F}" destId="{EFAA93E6-0F10-40B6-9216-0D9CA8B72C85}" srcOrd="0" destOrd="0" presId="urn:microsoft.com/office/officeart/2005/8/layout/process1"/>
    <dgm:cxn modelId="{AE78E6F3-FC0E-4A43-8F98-96BA3A767CE5}" type="presOf" srcId="{15394486-12D1-42B8-B482-7BCBC6641591}" destId="{3787CA22-3F0B-4A2A-A13F-72A0B6FD198F}" srcOrd="0" destOrd="0" presId="urn:microsoft.com/office/officeart/2005/8/layout/process1"/>
    <dgm:cxn modelId="{E160DBAB-2B4F-47FA-A781-5B8EEB0974C8}" type="presParOf" srcId="{3787CA22-3F0B-4A2A-A13F-72A0B6FD198F}" destId="{5388E23F-7483-4301-89C2-9006E75C5636}" srcOrd="0" destOrd="0" presId="urn:microsoft.com/office/officeart/2005/8/layout/process1"/>
    <dgm:cxn modelId="{D7BAD43F-0497-4A12-9FC5-A4C53BC51A67}" type="presParOf" srcId="{3787CA22-3F0B-4A2A-A13F-72A0B6FD198F}" destId="{55EEF48A-C888-4B7B-90E9-504315BF12B7}" srcOrd="1" destOrd="0" presId="urn:microsoft.com/office/officeart/2005/8/layout/process1"/>
    <dgm:cxn modelId="{41571D13-8775-40B9-AD1A-6101B1E10880}" type="presParOf" srcId="{55EEF48A-C888-4B7B-90E9-504315BF12B7}" destId="{1624536F-2366-441D-8C83-AF48BABB49BE}" srcOrd="0" destOrd="0" presId="urn:microsoft.com/office/officeart/2005/8/layout/process1"/>
    <dgm:cxn modelId="{9B33AB1C-06B6-4090-9B6D-E87C2FDCE5EC}" type="presParOf" srcId="{3787CA22-3F0B-4A2A-A13F-72A0B6FD198F}" destId="{579C828B-F47C-40E9-9CB2-C2FDD1E4E5D8}" srcOrd="2" destOrd="0" presId="urn:microsoft.com/office/officeart/2005/8/layout/process1"/>
    <dgm:cxn modelId="{F52951EF-5F94-44EE-8C2D-570DB62EFB01}" type="presParOf" srcId="{3787CA22-3F0B-4A2A-A13F-72A0B6FD198F}" destId="{9E5DF40A-162E-45A4-B8D3-63D3F9E471ED}" srcOrd="3" destOrd="0" presId="urn:microsoft.com/office/officeart/2005/8/layout/process1"/>
    <dgm:cxn modelId="{3652B387-8BC1-472F-B9AA-13D1387F992D}" type="presParOf" srcId="{9E5DF40A-162E-45A4-B8D3-63D3F9E471ED}" destId="{95D3BB41-49ED-4DDE-857B-B6E410C85A95}" srcOrd="0" destOrd="0" presId="urn:microsoft.com/office/officeart/2005/8/layout/process1"/>
    <dgm:cxn modelId="{AF5D707D-8432-4DE5-A512-D11515DA21FB}" type="presParOf" srcId="{3787CA22-3F0B-4A2A-A13F-72A0B6FD198F}" destId="{EFAA93E6-0F10-40B6-9216-0D9CA8B72C8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414030-3D38-4AF3-962F-90E81E95C30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EE4963-06F5-4752-8865-2EA4B7BBCE4D}">
      <dgm:prSet phldrT="[Text]" phldr="0"/>
      <dgm:spPr/>
      <dgm:t>
        <a:bodyPr/>
        <a:lstStyle/>
        <a:p>
          <a:r>
            <a:rPr lang="en-US" dirty="0"/>
            <a:t>Admin </a:t>
          </a:r>
        </a:p>
      </dgm:t>
    </dgm:pt>
    <dgm:pt modelId="{2CECE21E-6B28-4F38-86B9-E3A458290A01}" type="parTrans" cxnId="{5A34B50A-D633-4647-8C8C-2318E1925A8E}">
      <dgm:prSet/>
      <dgm:spPr/>
      <dgm:t>
        <a:bodyPr/>
        <a:lstStyle/>
        <a:p>
          <a:endParaRPr lang="en-US"/>
        </a:p>
      </dgm:t>
    </dgm:pt>
    <dgm:pt modelId="{CE402CB9-86BD-4CE1-96F6-7C386AA027E9}" type="sibTrans" cxnId="{5A34B50A-D633-4647-8C8C-2318E1925A8E}">
      <dgm:prSet/>
      <dgm:spPr/>
      <dgm:t>
        <a:bodyPr/>
        <a:lstStyle/>
        <a:p>
          <a:endParaRPr lang="en-US"/>
        </a:p>
      </dgm:t>
    </dgm:pt>
    <dgm:pt modelId="{70DC967B-A2AD-4A5E-897B-7CABACDF00CB}">
      <dgm:prSet phldrT="[Text]" phldr="0"/>
      <dgm:spPr/>
      <dgm:t>
        <a:bodyPr/>
        <a:lstStyle/>
        <a:p>
          <a:r>
            <a:rPr lang="en-US" dirty="0"/>
            <a:t>Central API (Gemini + Agent Search)</a:t>
          </a:r>
        </a:p>
      </dgm:t>
    </dgm:pt>
    <dgm:pt modelId="{A1CE52E8-A1B5-44EE-820B-9D629CD8C0B1}" type="parTrans" cxnId="{57858DF3-C15D-4785-ABD2-4AD1C4F3DF39}">
      <dgm:prSet/>
      <dgm:spPr/>
      <dgm:t>
        <a:bodyPr/>
        <a:lstStyle/>
        <a:p>
          <a:endParaRPr lang="en-US"/>
        </a:p>
      </dgm:t>
    </dgm:pt>
    <dgm:pt modelId="{7DFE138F-55B8-4F91-BAC9-53B736CD22D9}" type="sibTrans" cxnId="{57858DF3-C15D-4785-ABD2-4AD1C4F3DF39}">
      <dgm:prSet/>
      <dgm:spPr/>
      <dgm:t>
        <a:bodyPr/>
        <a:lstStyle/>
        <a:p>
          <a:endParaRPr lang="en-US"/>
        </a:p>
      </dgm:t>
    </dgm:pt>
    <dgm:pt modelId="{A25D91C8-EA3E-4C41-A3C0-98E3FE9CACFB}">
      <dgm:prSet phldrT="[Text]" phldr="0"/>
      <dgm:spPr/>
      <dgm:t>
        <a:bodyPr/>
        <a:lstStyle/>
        <a:p>
          <a:r>
            <a:rPr lang="en-US" dirty="0"/>
            <a:t>Branch A</a:t>
          </a:r>
        </a:p>
      </dgm:t>
    </dgm:pt>
    <dgm:pt modelId="{C2AE51A7-083E-443F-8413-B7EBC2421674}" type="parTrans" cxnId="{17C81A14-4696-4F9D-B5E6-D57A725AA1B6}">
      <dgm:prSet/>
      <dgm:spPr/>
      <dgm:t>
        <a:bodyPr/>
        <a:lstStyle/>
        <a:p>
          <a:endParaRPr lang="en-US"/>
        </a:p>
      </dgm:t>
    </dgm:pt>
    <dgm:pt modelId="{A806E69A-33DB-458E-876F-925983D3334E}" type="sibTrans" cxnId="{17C81A14-4696-4F9D-B5E6-D57A725AA1B6}">
      <dgm:prSet/>
      <dgm:spPr/>
      <dgm:t>
        <a:bodyPr/>
        <a:lstStyle/>
        <a:p>
          <a:endParaRPr lang="en-US"/>
        </a:p>
      </dgm:t>
    </dgm:pt>
    <dgm:pt modelId="{6D2EDE3B-9752-43FD-B606-6D28BC6BCA07}">
      <dgm:prSet phldrT="[Text]" phldr="0"/>
      <dgm:spPr/>
      <dgm:t>
        <a:bodyPr/>
        <a:lstStyle/>
        <a:p>
          <a:r>
            <a:rPr lang="en-US" dirty="0"/>
            <a:t>Branch B</a:t>
          </a:r>
        </a:p>
      </dgm:t>
    </dgm:pt>
    <dgm:pt modelId="{42857970-2026-4518-8720-F39BF598F644}" type="parTrans" cxnId="{B9D6CE15-1BAF-4566-88CB-41845A017EB5}">
      <dgm:prSet/>
      <dgm:spPr/>
      <dgm:t>
        <a:bodyPr/>
        <a:lstStyle/>
        <a:p>
          <a:endParaRPr lang="en-US"/>
        </a:p>
      </dgm:t>
    </dgm:pt>
    <dgm:pt modelId="{47408934-3794-4251-8A5A-B4078BD848FD}" type="sibTrans" cxnId="{B9D6CE15-1BAF-4566-88CB-41845A017EB5}">
      <dgm:prSet/>
      <dgm:spPr/>
      <dgm:t>
        <a:bodyPr/>
        <a:lstStyle/>
        <a:p>
          <a:endParaRPr lang="en-US"/>
        </a:p>
      </dgm:t>
    </dgm:pt>
    <dgm:pt modelId="{1CCF3EDA-AF17-4064-9565-351D35621722}">
      <dgm:prSet phldrT="[Text]" phldr="0"/>
      <dgm:spPr/>
      <dgm:t>
        <a:bodyPr/>
        <a:lstStyle/>
        <a:p>
          <a:r>
            <a:rPr lang="en-US" dirty="0"/>
            <a:t>Branch C</a:t>
          </a:r>
        </a:p>
      </dgm:t>
    </dgm:pt>
    <dgm:pt modelId="{9028362B-BE2B-467F-BA80-1A049C271384}" type="parTrans" cxnId="{66E5FE4C-E655-4F87-B398-EAE01DA584CD}">
      <dgm:prSet/>
      <dgm:spPr/>
      <dgm:t>
        <a:bodyPr/>
        <a:lstStyle/>
        <a:p>
          <a:endParaRPr lang="en-US"/>
        </a:p>
      </dgm:t>
    </dgm:pt>
    <dgm:pt modelId="{26C0D327-A0AD-455B-9AE6-5876FC5B3006}" type="sibTrans" cxnId="{66E5FE4C-E655-4F87-B398-EAE01DA584CD}">
      <dgm:prSet/>
      <dgm:spPr/>
      <dgm:t>
        <a:bodyPr/>
        <a:lstStyle/>
        <a:p>
          <a:endParaRPr lang="en-US"/>
        </a:p>
      </dgm:t>
    </dgm:pt>
    <dgm:pt modelId="{1F1B18CD-F150-4C33-8D01-D5EFA8957919}" type="pres">
      <dgm:prSet presAssocID="{CF414030-3D38-4AF3-962F-90E81E95C30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FA2EB5B-C2A5-47F8-B79E-BC2528426660}" type="pres">
      <dgm:prSet presAssocID="{DDEE4963-06F5-4752-8865-2EA4B7BBCE4D}" presName="hierRoot1" presStyleCnt="0">
        <dgm:presLayoutVars>
          <dgm:hierBranch val="init"/>
        </dgm:presLayoutVars>
      </dgm:prSet>
      <dgm:spPr/>
    </dgm:pt>
    <dgm:pt modelId="{643A3140-F75F-451E-9747-ECD8D3A41EC9}" type="pres">
      <dgm:prSet presAssocID="{DDEE4963-06F5-4752-8865-2EA4B7BBCE4D}" presName="rootComposite1" presStyleCnt="0"/>
      <dgm:spPr/>
    </dgm:pt>
    <dgm:pt modelId="{DA62C3A0-2CC7-4488-9AF6-4BC8C31D0CC0}" type="pres">
      <dgm:prSet presAssocID="{DDEE4963-06F5-4752-8865-2EA4B7BBCE4D}" presName="rootText1" presStyleLbl="node0" presStyleIdx="0" presStyleCnt="1" custScaleX="165537">
        <dgm:presLayoutVars>
          <dgm:chPref val="3"/>
        </dgm:presLayoutVars>
      </dgm:prSet>
      <dgm:spPr/>
    </dgm:pt>
    <dgm:pt modelId="{99EE5E76-1F3A-425C-868B-860C77099249}" type="pres">
      <dgm:prSet presAssocID="{DDEE4963-06F5-4752-8865-2EA4B7BBCE4D}" presName="rootConnector1" presStyleLbl="node1" presStyleIdx="0" presStyleCnt="0"/>
      <dgm:spPr/>
    </dgm:pt>
    <dgm:pt modelId="{48940200-603C-4952-A120-BD25527EF564}" type="pres">
      <dgm:prSet presAssocID="{DDEE4963-06F5-4752-8865-2EA4B7BBCE4D}" presName="hierChild2" presStyleCnt="0"/>
      <dgm:spPr/>
    </dgm:pt>
    <dgm:pt modelId="{DC9685EF-E79B-4D5C-824E-4DE77BE02FD0}" type="pres">
      <dgm:prSet presAssocID="{A1CE52E8-A1B5-44EE-820B-9D629CD8C0B1}" presName="Name37" presStyleLbl="parChTrans1D2" presStyleIdx="0" presStyleCnt="1"/>
      <dgm:spPr/>
    </dgm:pt>
    <dgm:pt modelId="{05AD7146-4408-4095-8149-E380644D7922}" type="pres">
      <dgm:prSet presAssocID="{70DC967B-A2AD-4A5E-897B-7CABACDF00CB}" presName="hierRoot2" presStyleCnt="0">
        <dgm:presLayoutVars>
          <dgm:hierBranch val="init"/>
        </dgm:presLayoutVars>
      </dgm:prSet>
      <dgm:spPr/>
    </dgm:pt>
    <dgm:pt modelId="{893E669A-8D00-41D1-909F-595196E4FB7D}" type="pres">
      <dgm:prSet presAssocID="{70DC967B-A2AD-4A5E-897B-7CABACDF00CB}" presName="rootComposite" presStyleCnt="0"/>
      <dgm:spPr/>
    </dgm:pt>
    <dgm:pt modelId="{DAE9749D-D17C-42ED-9722-F5214C782D33}" type="pres">
      <dgm:prSet presAssocID="{70DC967B-A2AD-4A5E-897B-7CABACDF00CB}" presName="rootText" presStyleLbl="node2" presStyleIdx="0" presStyleCnt="1" custScaleX="154424">
        <dgm:presLayoutVars>
          <dgm:chPref val="3"/>
        </dgm:presLayoutVars>
      </dgm:prSet>
      <dgm:spPr/>
    </dgm:pt>
    <dgm:pt modelId="{A4EC6359-CB28-4109-BB63-2F37462160D0}" type="pres">
      <dgm:prSet presAssocID="{70DC967B-A2AD-4A5E-897B-7CABACDF00CB}" presName="rootConnector" presStyleLbl="node2" presStyleIdx="0" presStyleCnt="1"/>
      <dgm:spPr/>
    </dgm:pt>
    <dgm:pt modelId="{B7D32644-FE92-48F6-8D21-31F6B393FB4A}" type="pres">
      <dgm:prSet presAssocID="{70DC967B-A2AD-4A5E-897B-7CABACDF00CB}" presName="hierChild4" presStyleCnt="0"/>
      <dgm:spPr/>
    </dgm:pt>
    <dgm:pt modelId="{781F533B-080A-4C2B-8A08-2393F471F60F}" type="pres">
      <dgm:prSet presAssocID="{C2AE51A7-083E-443F-8413-B7EBC2421674}" presName="Name37" presStyleLbl="parChTrans1D3" presStyleIdx="0" presStyleCnt="3"/>
      <dgm:spPr/>
    </dgm:pt>
    <dgm:pt modelId="{17F1C763-467B-4D25-A651-3A999CC364B0}" type="pres">
      <dgm:prSet presAssocID="{A25D91C8-EA3E-4C41-A3C0-98E3FE9CACFB}" presName="hierRoot2" presStyleCnt="0">
        <dgm:presLayoutVars>
          <dgm:hierBranch val="init"/>
        </dgm:presLayoutVars>
      </dgm:prSet>
      <dgm:spPr/>
    </dgm:pt>
    <dgm:pt modelId="{C3DA543A-76E0-4B8A-9ECE-939E696CE1E8}" type="pres">
      <dgm:prSet presAssocID="{A25D91C8-EA3E-4C41-A3C0-98E3FE9CACFB}" presName="rootComposite" presStyleCnt="0"/>
      <dgm:spPr/>
    </dgm:pt>
    <dgm:pt modelId="{B3A901F8-24C4-409C-BC68-E22DAF6112CD}" type="pres">
      <dgm:prSet presAssocID="{A25D91C8-EA3E-4C41-A3C0-98E3FE9CACFB}" presName="rootText" presStyleLbl="node3" presStyleIdx="0" presStyleCnt="3">
        <dgm:presLayoutVars>
          <dgm:chPref val="3"/>
        </dgm:presLayoutVars>
      </dgm:prSet>
      <dgm:spPr/>
    </dgm:pt>
    <dgm:pt modelId="{0FD4BE35-2AC4-424E-8DE4-8C03CE4F4BE7}" type="pres">
      <dgm:prSet presAssocID="{A25D91C8-EA3E-4C41-A3C0-98E3FE9CACFB}" presName="rootConnector" presStyleLbl="node3" presStyleIdx="0" presStyleCnt="3"/>
      <dgm:spPr/>
    </dgm:pt>
    <dgm:pt modelId="{D22F0C6F-3A64-4B69-A11D-34337D9F82CF}" type="pres">
      <dgm:prSet presAssocID="{A25D91C8-EA3E-4C41-A3C0-98E3FE9CACFB}" presName="hierChild4" presStyleCnt="0"/>
      <dgm:spPr/>
    </dgm:pt>
    <dgm:pt modelId="{AD5BD2C1-17C5-4C2C-9B99-7B94BC93C31A}" type="pres">
      <dgm:prSet presAssocID="{A25D91C8-EA3E-4C41-A3C0-98E3FE9CACFB}" presName="hierChild5" presStyleCnt="0"/>
      <dgm:spPr/>
    </dgm:pt>
    <dgm:pt modelId="{A9B13735-46C6-4B69-98CF-B07CF34F8612}" type="pres">
      <dgm:prSet presAssocID="{42857970-2026-4518-8720-F39BF598F644}" presName="Name37" presStyleLbl="parChTrans1D3" presStyleIdx="1" presStyleCnt="3"/>
      <dgm:spPr/>
    </dgm:pt>
    <dgm:pt modelId="{DF8596FA-4BE1-43B4-B04A-3B271229CB55}" type="pres">
      <dgm:prSet presAssocID="{6D2EDE3B-9752-43FD-B606-6D28BC6BCA07}" presName="hierRoot2" presStyleCnt="0">
        <dgm:presLayoutVars>
          <dgm:hierBranch val="init"/>
        </dgm:presLayoutVars>
      </dgm:prSet>
      <dgm:spPr/>
    </dgm:pt>
    <dgm:pt modelId="{B41B6662-879E-44BB-BDDD-052B41556EFF}" type="pres">
      <dgm:prSet presAssocID="{6D2EDE3B-9752-43FD-B606-6D28BC6BCA07}" presName="rootComposite" presStyleCnt="0"/>
      <dgm:spPr/>
    </dgm:pt>
    <dgm:pt modelId="{B54B4768-F2B4-47C8-80AE-49FAEFFE465B}" type="pres">
      <dgm:prSet presAssocID="{6D2EDE3B-9752-43FD-B606-6D28BC6BCA07}" presName="rootText" presStyleLbl="node3" presStyleIdx="1" presStyleCnt="3">
        <dgm:presLayoutVars>
          <dgm:chPref val="3"/>
        </dgm:presLayoutVars>
      </dgm:prSet>
      <dgm:spPr/>
    </dgm:pt>
    <dgm:pt modelId="{D9692C2C-EC76-4DAA-A10C-B56298B92C50}" type="pres">
      <dgm:prSet presAssocID="{6D2EDE3B-9752-43FD-B606-6D28BC6BCA07}" presName="rootConnector" presStyleLbl="node3" presStyleIdx="1" presStyleCnt="3"/>
      <dgm:spPr/>
    </dgm:pt>
    <dgm:pt modelId="{771CD376-D11C-49B6-8777-0DC43C1294FB}" type="pres">
      <dgm:prSet presAssocID="{6D2EDE3B-9752-43FD-B606-6D28BC6BCA07}" presName="hierChild4" presStyleCnt="0"/>
      <dgm:spPr/>
    </dgm:pt>
    <dgm:pt modelId="{443B1231-94BC-4EFB-830D-6344C77EBCEB}" type="pres">
      <dgm:prSet presAssocID="{6D2EDE3B-9752-43FD-B606-6D28BC6BCA07}" presName="hierChild5" presStyleCnt="0"/>
      <dgm:spPr/>
    </dgm:pt>
    <dgm:pt modelId="{3AE7F9D3-8376-469A-BA8F-B83C4976DC3D}" type="pres">
      <dgm:prSet presAssocID="{9028362B-BE2B-467F-BA80-1A049C271384}" presName="Name37" presStyleLbl="parChTrans1D3" presStyleIdx="2" presStyleCnt="3"/>
      <dgm:spPr/>
    </dgm:pt>
    <dgm:pt modelId="{01D730BA-58C7-41B0-9138-0128B97E632D}" type="pres">
      <dgm:prSet presAssocID="{1CCF3EDA-AF17-4064-9565-351D35621722}" presName="hierRoot2" presStyleCnt="0">
        <dgm:presLayoutVars>
          <dgm:hierBranch val="init"/>
        </dgm:presLayoutVars>
      </dgm:prSet>
      <dgm:spPr/>
    </dgm:pt>
    <dgm:pt modelId="{CFE3BD13-3CA8-475B-ABFF-95377B7AFC2A}" type="pres">
      <dgm:prSet presAssocID="{1CCF3EDA-AF17-4064-9565-351D35621722}" presName="rootComposite" presStyleCnt="0"/>
      <dgm:spPr/>
    </dgm:pt>
    <dgm:pt modelId="{37CD082A-0125-4A84-BB39-7FF3B2BE9C68}" type="pres">
      <dgm:prSet presAssocID="{1CCF3EDA-AF17-4064-9565-351D35621722}" presName="rootText" presStyleLbl="node3" presStyleIdx="2" presStyleCnt="3">
        <dgm:presLayoutVars>
          <dgm:chPref val="3"/>
        </dgm:presLayoutVars>
      </dgm:prSet>
      <dgm:spPr/>
    </dgm:pt>
    <dgm:pt modelId="{42FD2C08-261B-4F9A-B34C-8A6007E7C8E0}" type="pres">
      <dgm:prSet presAssocID="{1CCF3EDA-AF17-4064-9565-351D35621722}" presName="rootConnector" presStyleLbl="node3" presStyleIdx="2" presStyleCnt="3"/>
      <dgm:spPr/>
    </dgm:pt>
    <dgm:pt modelId="{CF12284D-D512-409F-980F-82C82399BCD9}" type="pres">
      <dgm:prSet presAssocID="{1CCF3EDA-AF17-4064-9565-351D35621722}" presName="hierChild4" presStyleCnt="0"/>
      <dgm:spPr/>
    </dgm:pt>
    <dgm:pt modelId="{3AB994FD-DA4C-4A00-AAAC-C7BCDB6E6A34}" type="pres">
      <dgm:prSet presAssocID="{1CCF3EDA-AF17-4064-9565-351D35621722}" presName="hierChild5" presStyleCnt="0"/>
      <dgm:spPr/>
    </dgm:pt>
    <dgm:pt modelId="{120B5E4F-3065-4BD7-944A-3ECF6DD555D6}" type="pres">
      <dgm:prSet presAssocID="{70DC967B-A2AD-4A5E-897B-7CABACDF00CB}" presName="hierChild5" presStyleCnt="0"/>
      <dgm:spPr/>
    </dgm:pt>
    <dgm:pt modelId="{4A06D244-07A1-43B8-8877-D99D4676F86F}" type="pres">
      <dgm:prSet presAssocID="{DDEE4963-06F5-4752-8865-2EA4B7BBCE4D}" presName="hierChild3" presStyleCnt="0"/>
      <dgm:spPr/>
    </dgm:pt>
  </dgm:ptLst>
  <dgm:cxnLst>
    <dgm:cxn modelId="{5A34B50A-D633-4647-8C8C-2318E1925A8E}" srcId="{CF414030-3D38-4AF3-962F-90E81E95C302}" destId="{DDEE4963-06F5-4752-8865-2EA4B7BBCE4D}" srcOrd="0" destOrd="0" parTransId="{2CECE21E-6B28-4F38-86B9-E3A458290A01}" sibTransId="{CE402CB9-86BD-4CE1-96F6-7C386AA027E9}"/>
    <dgm:cxn modelId="{17C81A14-4696-4F9D-B5E6-D57A725AA1B6}" srcId="{70DC967B-A2AD-4A5E-897B-7CABACDF00CB}" destId="{A25D91C8-EA3E-4C41-A3C0-98E3FE9CACFB}" srcOrd="0" destOrd="0" parTransId="{C2AE51A7-083E-443F-8413-B7EBC2421674}" sibTransId="{A806E69A-33DB-458E-876F-925983D3334E}"/>
    <dgm:cxn modelId="{B9D6CE15-1BAF-4566-88CB-41845A017EB5}" srcId="{70DC967B-A2AD-4A5E-897B-7CABACDF00CB}" destId="{6D2EDE3B-9752-43FD-B606-6D28BC6BCA07}" srcOrd="1" destOrd="0" parTransId="{42857970-2026-4518-8720-F39BF598F644}" sibTransId="{47408934-3794-4251-8A5A-B4078BD848FD}"/>
    <dgm:cxn modelId="{B756861C-7F89-4E8C-9DD3-BF531E6DA268}" type="presOf" srcId="{1CCF3EDA-AF17-4064-9565-351D35621722}" destId="{37CD082A-0125-4A84-BB39-7FF3B2BE9C68}" srcOrd="0" destOrd="0" presId="urn:microsoft.com/office/officeart/2005/8/layout/orgChart1"/>
    <dgm:cxn modelId="{F547C12C-478B-4D0E-8659-4AB08B0361AE}" type="presOf" srcId="{CF414030-3D38-4AF3-962F-90E81E95C302}" destId="{1F1B18CD-F150-4C33-8D01-D5EFA8957919}" srcOrd="0" destOrd="0" presId="urn:microsoft.com/office/officeart/2005/8/layout/orgChart1"/>
    <dgm:cxn modelId="{E1EA6131-4324-416E-BC95-589CC6B446D5}" type="presOf" srcId="{9028362B-BE2B-467F-BA80-1A049C271384}" destId="{3AE7F9D3-8376-469A-BA8F-B83C4976DC3D}" srcOrd="0" destOrd="0" presId="urn:microsoft.com/office/officeart/2005/8/layout/orgChart1"/>
    <dgm:cxn modelId="{E9B43A3F-78B7-4E57-9B83-8C77B40E48F9}" type="presOf" srcId="{70DC967B-A2AD-4A5E-897B-7CABACDF00CB}" destId="{A4EC6359-CB28-4109-BB63-2F37462160D0}" srcOrd="1" destOrd="0" presId="urn:microsoft.com/office/officeart/2005/8/layout/orgChart1"/>
    <dgm:cxn modelId="{66E5FE4C-E655-4F87-B398-EAE01DA584CD}" srcId="{70DC967B-A2AD-4A5E-897B-7CABACDF00CB}" destId="{1CCF3EDA-AF17-4064-9565-351D35621722}" srcOrd="2" destOrd="0" parTransId="{9028362B-BE2B-467F-BA80-1A049C271384}" sibTransId="{26C0D327-A0AD-455B-9AE6-5876FC5B3006}"/>
    <dgm:cxn modelId="{50BCFD7B-F4A1-4653-9822-9C5DF707E7DD}" type="presOf" srcId="{1CCF3EDA-AF17-4064-9565-351D35621722}" destId="{42FD2C08-261B-4F9A-B34C-8A6007E7C8E0}" srcOrd="1" destOrd="0" presId="urn:microsoft.com/office/officeart/2005/8/layout/orgChart1"/>
    <dgm:cxn modelId="{04C95A81-DA42-40EA-B2F1-004CB53B68E9}" type="presOf" srcId="{A1CE52E8-A1B5-44EE-820B-9D629CD8C0B1}" destId="{DC9685EF-E79B-4D5C-824E-4DE77BE02FD0}" srcOrd="0" destOrd="0" presId="urn:microsoft.com/office/officeart/2005/8/layout/orgChart1"/>
    <dgm:cxn modelId="{D338C488-1A44-4FF6-BC23-A5F6F8B067CA}" type="presOf" srcId="{6D2EDE3B-9752-43FD-B606-6D28BC6BCA07}" destId="{B54B4768-F2B4-47C8-80AE-49FAEFFE465B}" srcOrd="0" destOrd="0" presId="urn:microsoft.com/office/officeart/2005/8/layout/orgChart1"/>
    <dgm:cxn modelId="{1780398B-9CAE-408D-9B4D-31477F61802A}" type="presOf" srcId="{6D2EDE3B-9752-43FD-B606-6D28BC6BCA07}" destId="{D9692C2C-EC76-4DAA-A10C-B56298B92C50}" srcOrd="1" destOrd="0" presId="urn:microsoft.com/office/officeart/2005/8/layout/orgChart1"/>
    <dgm:cxn modelId="{62A1458F-3376-44E7-8DB3-BD4CDA5076B6}" type="presOf" srcId="{C2AE51A7-083E-443F-8413-B7EBC2421674}" destId="{781F533B-080A-4C2B-8A08-2393F471F60F}" srcOrd="0" destOrd="0" presId="urn:microsoft.com/office/officeart/2005/8/layout/orgChart1"/>
    <dgm:cxn modelId="{FD5F2DA6-BCD7-44CE-A6DC-56F6AE848951}" type="presOf" srcId="{70DC967B-A2AD-4A5E-897B-7CABACDF00CB}" destId="{DAE9749D-D17C-42ED-9722-F5214C782D33}" srcOrd="0" destOrd="0" presId="urn:microsoft.com/office/officeart/2005/8/layout/orgChart1"/>
    <dgm:cxn modelId="{F14DA0AA-CB57-48B0-BA52-0813BD987994}" type="presOf" srcId="{42857970-2026-4518-8720-F39BF598F644}" destId="{A9B13735-46C6-4B69-98CF-B07CF34F8612}" srcOrd="0" destOrd="0" presId="urn:microsoft.com/office/officeart/2005/8/layout/orgChart1"/>
    <dgm:cxn modelId="{7091F3B1-6D26-4F1F-9010-01C5237D5E6A}" type="presOf" srcId="{A25D91C8-EA3E-4C41-A3C0-98E3FE9CACFB}" destId="{0FD4BE35-2AC4-424E-8DE4-8C03CE4F4BE7}" srcOrd="1" destOrd="0" presId="urn:microsoft.com/office/officeart/2005/8/layout/orgChart1"/>
    <dgm:cxn modelId="{383D3ED2-FA15-48DD-A5DE-BA1993D9C1A1}" type="presOf" srcId="{A25D91C8-EA3E-4C41-A3C0-98E3FE9CACFB}" destId="{B3A901F8-24C4-409C-BC68-E22DAF6112CD}" srcOrd="0" destOrd="0" presId="urn:microsoft.com/office/officeart/2005/8/layout/orgChart1"/>
    <dgm:cxn modelId="{DB2FE0D8-8226-4CA5-82C2-FEA27FD7E29B}" type="presOf" srcId="{DDEE4963-06F5-4752-8865-2EA4B7BBCE4D}" destId="{DA62C3A0-2CC7-4488-9AF6-4BC8C31D0CC0}" srcOrd="0" destOrd="0" presId="urn:microsoft.com/office/officeart/2005/8/layout/orgChart1"/>
    <dgm:cxn modelId="{02011BE1-76F0-4D1D-B74B-06355923F7CF}" type="presOf" srcId="{DDEE4963-06F5-4752-8865-2EA4B7BBCE4D}" destId="{99EE5E76-1F3A-425C-868B-860C77099249}" srcOrd="1" destOrd="0" presId="urn:microsoft.com/office/officeart/2005/8/layout/orgChart1"/>
    <dgm:cxn modelId="{57858DF3-C15D-4785-ABD2-4AD1C4F3DF39}" srcId="{DDEE4963-06F5-4752-8865-2EA4B7BBCE4D}" destId="{70DC967B-A2AD-4A5E-897B-7CABACDF00CB}" srcOrd="0" destOrd="0" parTransId="{A1CE52E8-A1B5-44EE-820B-9D629CD8C0B1}" sibTransId="{7DFE138F-55B8-4F91-BAC9-53B736CD22D9}"/>
    <dgm:cxn modelId="{1DCC551C-87B8-468A-B1E0-B265E3DCAFD9}" type="presParOf" srcId="{1F1B18CD-F150-4C33-8D01-D5EFA8957919}" destId="{AFA2EB5B-C2A5-47F8-B79E-BC2528426660}" srcOrd="0" destOrd="0" presId="urn:microsoft.com/office/officeart/2005/8/layout/orgChart1"/>
    <dgm:cxn modelId="{B209883D-7F0D-4D0C-B327-A6DCBB73A908}" type="presParOf" srcId="{AFA2EB5B-C2A5-47F8-B79E-BC2528426660}" destId="{643A3140-F75F-451E-9747-ECD8D3A41EC9}" srcOrd="0" destOrd="0" presId="urn:microsoft.com/office/officeart/2005/8/layout/orgChart1"/>
    <dgm:cxn modelId="{2859D55C-CAC6-42FC-B88D-BCD29257172E}" type="presParOf" srcId="{643A3140-F75F-451E-9747-ECD8D3A41EC9}" destId="{DA62C3A0-2CC7-4488-9AF6-4BC8C31D0CC0}" srcOrd="0" destOrd="0" presId="urn:microsoft.com/office/officeart/2005/8/layout/orgChart1"/>
    <dgm:cxn modelId="{38FC446A-75A3-4F07-9FAE-19ACAA542E99}" type="presParOf" srcId="{643A3140-F75F-451E-9747-ECD8D3A41EC9}" destId="{99EE5E76-1F3A-425C-868B-860C77099249}" srcOrd="1" destOrd="0" presId="urn:microsoft.com/office/officeart/2005/8/layout/orgChart1"/>
    <dgm:cxn modelId="{3FEA3D61-F447-4A10-993E-93383A893327}" type="presParOf" srcId="{AFA2EB5B-C2A5-47F8-B79E-BC2528426660}" destId="{48940200-603C-4952-A120-BD25527EF564}" srcOrd="1" destOrd="0" presId="urn:microsoft.com/office/officeart/2005/8/layout/orgChart1"/>
    <dgm:cxn modelId="{D47CD446-4536-45C5-B699-60D7EF104D85}" type="presParOf" srcId="{48940200-603C-4952-A120-BD25527EF564}" destId="{DC9685EF-E79B-4D5C-824E-4DE77BE02FD0}" srcOrd="0" destOrd="0" presId="urn:microsoft.com/office/officeart/2005/8/layout/orgChart1"/>
    <dgm:cxn modelId="{619A0E9A-7B81-45C0-B77C-C0E86396C3F9}" type="presParOf" srcId="{48940200-603C-4952-A120-BD25527EF564}" destId="{05AD7146-4408-4095-8149-E380644D7922}" srcOrd="1" destOrd="0" presId="urn:microsoft.com/office/officeart/2005/8/layout/orgChart1"/>
    <dgm:cxn modelId="{077AC0E8-3B92-4FCE-B737-08CA2B36B07C}" type="presParOf" srcId="{05AD7146-4408-4095-8149-E380644D7922}" destId="{893E669A-8D00-41D1-909F-595196E4FB7D}" srcOrd="0" destOrd="0" presId="urn:microsoft.com/office/officeart/2005/8/layout/orgChart1"/>
    <dgm:cxn modelId="{F97DA0EA-09FD-4BD5-A9AE-EDDBCE4AA36E}" type="presParOf" srcId="{893E669A-8D00-41D1-909F-595196E4FB7D}" destId="{DAE9749D-D17C-42ED-9722-F5214C782D33}" srcOrd="0" destOrd="0" presId="urn:microsoft.com/office/officeart/2005/8/layout/orgChart1"/>
    <dgm:cxn modelId="{DDF6BE5C-6AEB-4FC6-8958-9A5355ED8CDD}" type="presParOf" srcId="{893E669A-8D00-41D1-909F-595196E4FB7D}" destId="{A4EC6359-CB28-4109-BB63-2F37462160D0}" srcOrd="1" destOrd="0" presId="urn:microsoft.com/office/officeart/2005/8/layout/orgChart1"/>
    <dgm:cxn modelId="{4973EA22-00FD-4F0D-823D-EADC8E26E3C7}" type="presParOf" srcId="{05AD7146-4408-4095-8149-E380644D7922}" destId="{B7D32644-FE92-48F6-8D21-31F6B393FB4A}" srcOrd="1" destOrd="0" presId="urn:microsoft.com/office/officeart/2005/8/layout/orgChart1"/>
    <dgm:cxn modelId="{C2694A08-70D2-4069-AF58-8824AB5B6E86}" type="presParOf" srcId="{B7D32644-FE92-48F6-8D21-31F6B393FB4A}" destId="{781F533B-080A-4C2B-8A08-2393F471F60F}" srcOrd="0" destOrd="0" presId="urn:microsoft.com/office/officeart/2005/8/layout/orgChart1"/>
    <dgm:cxn modelId="{6B0DEA9B-560F-4352-A52F-993DC8A573E3}" type="presParOf" srcId="{B7D32644-FE92-48F6-8D21-31F6B393FB4A}" destId="{17F1C763-467B-4D25-A651-3A999CC364B0}" srcOrd="1" destOrd="0" presId="urn:microsoft.com/office/officeart/2005/8/layout/orgChart1"/>
    <dgm:cxn modelId="{9EFD88C1-D9B5-4EB0-9982-A4BB98269C74}" type="presParOf" srcId="{17F1C763-467B-4D25-A651-3A999CC364B0}" destId="{C3DA543A-76E0-4B8A-9ECE-939E696CE1E8}" srcOrd="0" destOrd="0" presId="urn:microsoft.com/office/officeart/2005/8/layout/orgChart1"/>
    <dgm:cxn modelId="{4644D58F-6F27-4184-9C6B-1105E0E023F5}" type="presParOf" srcId="{C3DA543A-76E0-4B8A-9ECE-939E696CE1E8}" destId="{B3A901F8-24C4-409C-BC68-E22DAF6112CD}" srcOrd="0" destOrd="0" presId="urn:microsoft.com/office/officeart/2005/8/layout/orgChart1"/>
    <dgm:cxn modelId="{FE95D119-7281-4232-9D7D-CF8B48DA36A9}" type="presParOf" srcId="{C3DA543A-76E0-4B8A-9ECE-939E696CE1E8}" destId="{0FD4BE35-2AC4-424E-8DE4-8C03CE4F4BE7}" srcOrd="1" destOrd="0" presId="urn:microsoft.com/office/officeart/2005/8/layout/orgChart1"/>
    <dgm:cxn modelId="{F2348A79-DE2F-459E-AA96-0AAC4490FF87}" type="presParOf" srcId="{17F1C763-467B-4D25-A651-3A999CC364B0}" destId="{D22F0C6F-3A64-4B69-A11D-34337D9F82CF}" srcOrd="1" destOrd="0" presId="urn:microsoft.com/office/officeart/2005/8/layout/orgChart1"/>
    <dgm:cxn modelId="{54F80B38-2DDA-49AE-B7E5-5C65DAD73D53}" type="presParOf" srcId="{17F1C763-467B-4D25-A651-3A999CC364B0}" destId="{AD5BD2C1-17C5-4C2C-9B99-7B94BC93C31A}" srcOrd="2" destOrd="0" presId="urn:microsoft.com/office/officeart/2005/8/layout/orgChart1"/>
    <dgm:cxn modelId="{609C4197-129D-4A9A-8D07-ED71AB9C15C6}" type="presParOf" srcId="{B7D32644-FE92-48F6-8D21-31F6B393FB4A}" destId="{A9B13735-46C6-4B69-98CF-B07CF34F8612}" srcOrd="2" destOrd="0" presId="urn:microsoft.com/office/officeart/2005/8/layout/orgChart1"/>
    <dgm:cxn modelId="{94FA9C12-C72C-4831-96F0-EB6454DCEFCD}" type="presParOf" srcId="{B7D32644-FE92-48F6-8D21-31F6B393FB4A}" destId="{DF8596FA-4BE1-43B4-B04A-3B271229CB55}" srcOrd="3" destOrd="0" presId="urn:microsoft.com/office/officeart/2005/8/layout/orgChart1"/>
    <dgm:cxn modelId="{BBAE20CA-8993-4167-9C9D-8D768C2C188F}" type="presParOf" srcId="{DF8596FA-4BE1-43B4-B04A-3B271229CB55}" destId="{B41B6662-879E-44BB-BDDD-052B41556EFF}" srcOrd="0" destOrd="0" presId="urn:microsoft.com/office/officeart/2005/8/layout/orgChart1"/>
    <dgm:cxn modelId="{74CFA1EB-E3F6-4205-8897-1DFA6058CA2A}" type="presParOf" srcId="{B41B6662-879E-44BB-BDDD-052B41556EFF}" destId="{B54B4768-F2B4-47C8-80AE-49FAEFFE465B}" srcOrd="0" destOrd="0" presId="urn:microsoft.com/office/officeart/2005/8/layout/orgChart1"/>
    <dgm:cxn modelId="{8AF37F31-E909-4BDE-9BCC-C3ACED720F4E}" type="presParOf" srcId="{B41B6662-879E-44BB-BDDD-052B41556EFF}" destId="{D9692C2C-EC76-4DAA-A10C-B56298B92C50}" srcOrd="1" destOrd="0" presId="urn:microsoft.com/office/officeart/2005/8/layout/orgChart1"/>
    <dgm:cxn modelId="{679880F4-67D4-4EA3-BE5A-8AF7F233723E}" type="presParOf" srcId="{DF8596FA-4BE1-43B4-B04A-3B271229CB55}" destId="{771CD376-D11C-49B6-8777-0DC43C1294FB}" srcOrd="1" destOrd="0" presId="urn:microsoft.com/office/officeart/2005/8/layout/orgChart1"/>
    <dgm:cxn modelId="{56099998-72C1-4AEE-AA14-D375D13F46F9}" type="presParOf" srcId="{DF8596FA-4BE1-43B4-B04A-3B271229CB55}" destId="{443B1231-94BC-4EFB-830D-6344C77EBCEB}" srcOrd="2" destOrd="0" presId="urn:microsoft.com/office/officeart/2005/8/layout/orgChart1"/>
    <dgm:cxn modelId="{C29098A3-2D22-4AC4-854A-7AA1908D2D24}" type="presParOf" srcId="{B7D32644-FE92-48F6-8D21-31F6B393FB4A}" destId="{3AE7F9D3-8376-469A-BA8F-B83C4976DC3D}" srcOrd="4" destOrd="0" presId="urn:microsoft.com/office/officeart/2005/8/layout/orgChart1"/>
    <dgm:cxn modelId="{8849984F-0E7F-45C5-82D4-B74CDB1C84BE}" type="presParOf" srcId="{B7D32644-FE92-48F6-8D21-31F6B393FB4A}" destId="{01D730BA-58C7-41B0-9138-0128B97E632D}" srcOrd="5" destOrd="0" presId="urn:microsoft.com/office/officeart/2005/8/layout/orgChart1"/>
    <dgm:cxn modelId="{1BBD44BC-D881-4F4F-9EE6-3B9741D2C8D0}" type="presParOf" srcId="{01D730BA-58C7-41B0-9138-0128B97E632D}" destId="{CFE3BD13-3CA8-475B-ABFF-95377B7AFC2A}" srcOrd="0" destOrd="0" presId="urn:microsoft.com/office/officeart/2005/8/layout/orgChart1"/>
    <dgm:cxn modelId="{65A4DC23-85FD-4B29-9E0F-3C6570F9A4E9}" type="presParOf" srcId="{CFE3BD13-3CA8-475B-ABFF-95377B7AFC2A}" destId="{37CD082A-0125-4A84-BB39-7FF3B2BE9C68}" srcOrd="0" destOrd="0" presId="urn:microsoft.com/office/officeart/2005/8/layout/orgChart1"/>
    <dgm:cxn modelId="{9C613F36-CC11-41F0-8ECE-F311C3E1B52B}" type="presParOf" srcId="{CFE3BD13-3CA8-475B-ABFF-95377B7AFC2A}" destId="{42FD2C08-261B-4F9A-B34C-8A6007E7C8E0}" srcOrd="1" destOrd="0" presId="urn:microsoft.com/office/officeart/2005/8/layout/orgChart1"/>
    <dgm:cxn modelId="{3A321D2C-7852-447A-A1C4-538B315F4220}" type="presParOf" srcId="{01D730BA-58C7-41B0-9138-0128B97E632D}" destId="{CF12284D-D512-409F-980F-82C82399BCD9}" srcOrd="1" destOrd="0" presId="urn:microsoft.com/office/officeart/2005/8/layout/orgChart1"/>
    <dgm:cxn modelId="{C0B67E74-06B2-4927-A559-3D8374E17B14}" type="presParOf" srcId="{01D730BA-58C7-41B0-9138-0128B97E632D}" destId="{3AB994FD-DA4C-4A00-AAAC-C7BCDB6E6A34}" srcOrd="2" destOrd="0" presId="urn:microsoft.com/office/officeart/2005/8/layout/orgChart1"/>
    <dgm:cxn modelId="{6958E806-1EEA-4DA8-B330-D3EC67BD5F26}" type="presParOf" srcId="{05AD7146-4408-4095-8149-E380644D7922}" destId="{120B5E4F-3065-4BD7-944A-3ECF6DD555D6}" srcOrd="2" destOrd="0" presId="urn:microsoft.com/office/officeart/2005/8/layout/orgChart1"/>
    <dgm:cxn modelId="{E7913E58-E44C-44DF-84BC-E623C72DBC76}" type="presParOf" srcId="{AFA2EB5B-C2A5-47F8-B79E-BC2528426660}" destId="{4A06D244-07A1-43B8-8877-D99D4676F86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19F566-68DF-43B2-9558-1D521A6BAB79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07D432-7738-4FA1-8709-65B2988773F8}">
      <dgm:prSet phldrT="[Text]" phldr="0"/>
      <dgm:spPr/>
      <dgm:t>
        <a:bodyPr/>
        <a:lstStyle/>
        <a:p>
          <a:r>
            <a:rPr lang="en-US" dirty="0"/>
            <a:t>Pilot (3 Branch)</a:t>
          </a:r>
        </a:p>
      </dgm:t>
    </dgm:pt>
    <dgm:pt modelId="{4F7D1319-5D5F-418B-B70F-1402D3C71DBB}" type="parTrans" cxnId="{D84F2CDC-1599-4299-9F50-6B6ED829BA4E}">
      <dgm:prSet/>
      <dgm:spPr/>
      <dgm:t>
        <a:bodyPr/>
        <a:lstStyle/>
        <a:p>
          <a:endParaRPr lang="en-US"/>
        </a:p>
      </dgm:t>
    </dgm:pt>
    <dgm:pt modelId="{E8D24F43-0FA6-4DE8-99E5-E1C929D19908}" type="sibTrans" cxnId="{D84F2CDC-1599-4299-9F50-6B6ED829BA4E}">
      <dgm:prSet/>
      <dgm:spPr/>
      <dgm:t>
        <a:bodyPr/>
        <a:lstStyle/>
        <a:p>
          <a:endParaRPr lang="en-US"/>
        </a:p>
      </dgm:t>
    </dgm:pt>
    <dgm:pt modelId="{F0777F60-81FD-4D6C-AF11-5CD773A78B76}">
      <dgm:prSet phldrT="[Text]" phldr="0"/>
      <dgm:spPr/>
      <dgm:t>
        <a:bodyPr/>
        <a:lstStyle/>
        <a:p>
          <a:r>
            <a:rPr lang="en-US" dirty="0"/>
            <a:t>Evaluate Performance</a:t>
          </a:r>
        </a:p>
      </dgm:t>
    </dgm:pt>
    <dgm:pt modelId="{B114BB25-814C-4E89-B6C7-EF6884407A60}" type="parTrans" cxnId="{3582FDEC-8495-49EE-9878-BF11BE825F4C}">
      <dgm:prSet/>
      <dgm:spPr/>
      <dgm:t>
        <a:bodyPr/>
        <a:lstStyle/>
        <a:p>
          <a:endParaRPr lang="en-US"/>
        </a:p>
      </dgm:t>
    </dgm:pt>
    <dgm:pt modelId="{C7D50116-2B23-44D5-954C-D02EBBD7663F}" type="sibTrans" cxnId="{3582FDEC-8495-49EE-9878-BF11BE825F4C}">
      <dgm:prSet/>
      <dgm:spPr/>
      <dgm:t>
        <a:bodyPr/>
        <a:lstStyle/>
        <a:p>
          <a:endParaRPr lang="en-US"/>
        </a:p>
      </dgm:t>
    </dgm:pt>
    <dgm:pt modelId="{6FA4A8DB-87CD-47DC-B288-D4110A44F3DC}">
      <dgm:prSet phldrT="[Text]" phldr="0"/>
      <dgm:spPr/>
      <dgm:t>
        <a:bodyPr/>
        <a:lstStyle/>
        <a:p>
          <a:r>
            <a:rPr lang="en-US"/>
            <a:t>Fix Issues on Catalogs/application</a:t>
          </a:r>
          <a:endParaRPr lang="en-US" dirty="0"/>
        </a:p>
      </dgm:t>
    </dgm:pt>
    <dgm:pt modelId="{614BEC1F-CFFB-4BED-955A-4473A3001BA7}" type="parTrans" cxnId="{D6617033-78FB-4D00-AA40-2B377CC21706}">
      <dgm:prSet/>
      <dgm:spPr/>
      <dgm:t>
        <a:bodyPr/>
        <a:lstStyle/>
        <a:p>
          <a:endParaRPr lang="en-US"/>
        </a:p>
      </dgm:t>
    </dgm:pt>
    <dgm:pt modelId="{99762DEB-874F-41DF-BC09-4832123A4381}" type="sibTrans" cxnId="{D6617033-78FB-4D00-AA40-2B377CC21706}">
      <dgm:prSet/>
      <dgm:spPr/>
      <dgm:t>
        <a:bodyPr/>
        <a:lstStyle/>
        <a:p>
          <a:endParaRPr lang="en-US"/>
        </a:p>
      </dgm:t>
    </dgm:pt>
    <dgm:pt modelId="{3FBC5BDF-9CD3-4C5A-8A0D-0419F39314F9}">
      <dgm:prSet phldrT="[Text]" phldr="0"/>
      <dgm:spPr/>
      <dgm:t>
        <a:bodyPr/>
        <a:lstStyle/>
        <a:p>
          <a:r>
            <a:rPr lang="en-US"/>
            <a:t>Expand to 10 Branches</a:t>
          </a:r>
          <a:endParaRPr lang="en-US" dirty="0"/>
        </a:p>
      </dgm:t>
    </dgm:pt>
    <dgm:pt modelId="{5EFC2BD3-802F-44BB-A8AC-17F0C1BFCD76}" type="parTrans" cxnId="{11B8E02D-FA83-4CB5-8F67-1971CF8ACFAE}">
      <dgm:prSet/>
      <dgm:spPr/>
      <dgm:t>
        <a:bodyPr/>
        <a:lstStyle/>
        <a:p>
          <a:endParaRPr lang="en-US"/>
        </a:p>
      </dgm:t>
    </dgm:pt>
    <dgm:pt modelId="{2EA55C6B-6D4E-4945-9EC8-4E281DE5D80A}" type="sibTrans" cxnId="{11B8E02D-FA83-4CB5-8F67-1971CF8ACFAE}">
      <dgm:prSet/>
      <dgm:spPr/>
      <dgm:t>
        <a:bodyPr/>
        <a:lstStyle/>
        <a:p>
          <a:endParaRPr lang="en-US"/>
        </a:p>
      </dgm:t>
    </dgm:pt>
    <dgm:pt modelId="{0FD974A6-9380-4453-B054-70516AB370F9}">
      <dgm:prSet phldrT="[Text]" phldr="0"/>
      <dgm:spPr/>
      <dgm:t>
        <a:bodyPr/>
        <a:lstStyle/>
        <a:p>
          <a:r>
            <a:rPr lang="en-US"/>
            <a:t>Full Rollout</a:t>
          </a:r>
          <a:endParaRPr lang="en-US" dirty="0"/>
        </a:p>
      </dgm:t>
    </dgm:pt>
    <dgm:pt modelId="{857FE6E4-C403-4C83-9D04-C1A3EB313DDB}" type="parTrans" cxnId="{7C159C61-22CF-4D18-B2C4-8BD93619C97A}">
      <dgm:prSet/>
      <dgm:spPr/>
      <dgm:t>
        <a:bodyPr/>
        <a:lstStyle/>
        <a:p>
          <a:endParaRPr lang="en-US"/>
        </a:p>
      </dgm:t>
    </dgm:pt>
    <dgm:pt modelId="{872CDE66-43B3-42E5-B000-8067859C523D}" type="sibTrans" cxnId="{7C159C61-22CF-4D18-B2C4-8BD93619C97A}">
      <dgm:prSet/>
      <dgm:spPr/>
      <dgm:t>
        <a:bodyPr/>
        <a:lstStyle/>
        <a:p>
          <a:endParaRPr lang="en-US"/>
        </a:p>
      </dgm:t>
    </dgm:pt>
    <dgm:pt modelId="{7E40EA9F-F659-4AE0-A515-9B8701B85B28}" type="pres">
      <dgm:prSet presAssocID="{6E19F566-68DF-43B2-9558-1D521A6BAB79}" presName="linearFlow" presStyleCnt="0">
        <dgm:presLayoutVars>
          <dgm:resizeHandles val="exact"/>
        </dgm:presLayoutVars>
      </dgm:prSet>
      <dgm:spPr/>
    </dgm:pt>
    <dgm:pt modelId="{2837A89D-40A8-4422-A5FB-C98CBC4011E8}" type="pres">
      <dgm:prSet presAssocID="{D907D432-7738-4FA1-8709-65B2988773F8}" presName="node" presStyleLbl="node1" presStyleIdx="0" presStyleCnt="5">
        <dgm:presLayoutVars>
          <dgm:bulletEnabled val="1"/>
        </dgm:presLayoutVars>
      </dgm:prSet>
      <dgm:spPr/>
    </dgm:pt>
    <dgm:pt modelId="{6BA90D0D-7ED5-45AA-912E-4695772BFB02}" type="pres">
      <dgm:prSet presAssocID="{E8D24F43-0FA6-4DE8-99E5-E1C929D19908}" presName="sibTrans" presStyleLbl="sibTrans2D1" presStyleIdx="0" presStyleCnt="4"/>
      <dgm:spPr/>
    </dgm:pt>
    <dgm:pt modelId="{C2CFDEAD-F383-4FA6-A765-A3CA5D2511DE}" type="pres">
      <dgm:prSet presAssocID="{E8D24F43-0FA6-4DE8-99E5-E1C929D19908}" presName="connectorText" presStyleLbl="sibTrans2D1" presStyleIdx="0" presStyleCnt="4"/>
      <dgm:spPr/>
    </dgm:pt>
    <dgm:pt modelId="{01F2ED44-A10E-467E-B6EC-D12136416EE7}" type="pres">
      <dgm:prSet presAssocID="{F0777F60-81FD-4D6C-AF11-5CD773A78B76}" presName="node" presStyleLbl="node1" presStyleIdx="1" presStyleCnt="5">
        <dgm:presLayoutVars>
          <dgm:bulletEnabled val="1"/>
        </dgm:presLayoutVars>
      </dgm:prSet>
      <dgm:spPr/>
    </dgm:pt>
    <dgm:pt modelId="{60213BD0-21A8-4FA7-B11C-3C14CA9C3E75}" type="pres">
      <dgm:prSet presAssocID="{C7D50116-2B23-44D5-954C-D02EBBD7663F}" presName="sibTrans" presStyleLbl="sibTrans2D1" presStyleIdx="1" presStyleCnt="4"/>
      <dgm:spPr/>
    </dgm:pt>
    <dgm:pt modelId="{87350DAE-E200-4305-B84C-D9C969035997}" type="pres">
      <dgm:prSet presAssocID="{C7D50116-2B23-44D5-954C-D02EBBD7663F}" presName="connectorText" presStyleLbl="sibTrans2D1" presStyleIdx="1" presStyleCnt="4"/>
      <dgm:spPr/>
    </dgm:pt>
    <dgm:pt modelId="{720D6EA5-B3CD-498E-843D-5A6BCC02B605}" type="pres">
      <dgm:prSet presAssocID="{6FA4A8DB-87CD-47DC-B288-D4110A44F3DC}" presName="node" presStyleLbl="node1" presStyleIdx="2" presStyleCnt="5">
        <dgm:presLayoutVars>
          <dgm:bulletEnabled val="1"/>
        </dgm:presLayoutVars>
      </dgm:prSet>
      <dgm:spPr/>
    </dgm:pt>
    <dgm:pt modelId="{B782AEE0-3EC2-4BBE-9EDC-80621C130166}" type="pres">
      <dgm:prSet presAssocID="{99762DEB-874F-41DF-BC09-4832123A4381}" presName="sibTrans" presStyleLbl="sibTrans2D1" presStyleIdx="2" presStyleCnt="4"/>
      <dgm:spPr/>
    </dgm:pt>
    <dgm:pt modelId="{D23D8DCA-5024-4E1E-835F-36AFEBF0E704}" type="pres">
      <dgm:prSet presAssocID="{99762DEB-874F-41DF-BC09-4832123A4381}" presName="connectorText" presStyleLbl="sibTrans2D1" presStyleIdx="2" presStyleCnt="4"/>
      <dgm:spPr/>
    </dgm:pt>
    <dgm:pt modelId="{4FA8387A-A70B-4DA3-8B72-4DF7DB04BA7E}" type="pres">
      <dgm:prSet presAssocID="{3FBC5BDF-9CD3-4C5A-8A0D-0419F39314F9}" presName="node" presStyleLbl="node1" presStyleIdx="3" presStyleCnt="5">
        <dgm:presLayoutVars>
          <dgm:bulletEnabled val="1"/>
        </dgm:presLayoutVars>
      </dgm:prSet>
      <dgm:spPr/>
    </dgm:pt>
    <dgm:pt modelId="{ED008929-BA20-4C59-B4EF-D92398DB3F59}" type="pres">
      <dgm:prSet presAssocID="{2EA55C6B-6D4E-4945-9EC8-4E281DE5D80A}" presName="sibTrans" presStyleLbl="sibTrans2D1" presStyleIdx="3" presStyleCnt="4"/>
      <dgm:spPr/>
    </dgm:pt>
    <dgm:pt modelId="{0FB9C49F-3E6B-4316-ACFF-1FD95F65F0EE}" type="pres">
      <dgm:prSet presAssocID="{2EA55C6B-6D4E-4945-9EC8-4E281DE5D80A}" presName="connectorText" presStyleLbl="sibTrans2D1" presStyleIdx="3" presStyleCnt="4"/>
      <dgm:spPr/>
    </dgm:pt>
    <dgm:pt modelId="{6DDB4A4C-0365-4A30-BDF5-9E049CC025D2}" type="pres">
      <dgm:prSet presAssocID="{0FD974A6-9380-4453-B054-70516AB370F9}" presName="node" presStyleLbl="node1" presStyleIdx="4" presStyleCnt="5">
        <dgm:presLayoutVars>
          <dgm:bulletEnabled val="1"/>
        </dgm:presLayoutVars>
      </dgm:prSet>
      <dgm:spPr/>
    </dgm:pt>
  </dgm:ptLst>
  <dgm:cxnLst>
    <dgm:cxn modelId="{DA938402-69BF-4765-BC19-D2C28DE348FF}" type="presOf" srcId="{D907D432-7738-4FA1-8709-65B2988773F8}" destId="{2837A89D-40A8-4422-A5FB-C98CBC4011E8}" srcOrd="0" destOrd="0" presId="urn:microsoft.com/office/officeart/2005/8/layout/process2"/>
    <dgm:cxn modelId="{892A5414-6B67-43D9-B420-C0646CCEA2E7}" type="presOf" srcId="{F0777F60-81FD-4D6C-AF11-5CD773A78B76}" destId="{01F2ED44-A10E-467E-B6EC-D12136416EE7}" srcOrd="0" destOrd="0" presId="urn:microsoft.com/office/officeart/2005/8/layout/process2"/>
    <dgm:cxn modelId="{2ABB3B2D-3428-42CA-AA67-E2AE7BD3A20D}" type="presOf" srcId="{E8D24F43-0FA6-4DE8-99E5-E1C929D19908}" destId="{6BA90D0D-7ED5-45AA-912E-4695772BFB02}" srcOrd="0" destOrd="0" presId="urn:microsoft.com/office/officeart/2005/8/layout/process2"/>
    <dgm:cxn modelId="{11B8E02D-FA83-4CB5-8F67-1971CF8ACFAE}" srcId="{6E19F566-68DF-43B2-9558-1D521A6BAB79}" destId="{3FBC5BDF-9CD3-4C5A-8A0D-0419F39314F9}" srcOrd="3" destOrd="0" parTransId="{5EFC2BD3-802F-44BB-A8AC-17F0C1BFCD76}" sibTransId="{2EA55C6B-6D4E-4945-9EC8-4E281DE5D80A}"/>
    <dgm:cxn modelId="{D6617033-78FB-4D00-AA40-2B377CC21706}" srcId="{6E19F566-68DF-43B2-9558-1D521A6BAB79}" destId="{6FA4A8DB-87CD-47DC-B288-D4110A44F3DC}" srcOrd="2" destOrd="0" parTransId="{614BEC1F-CFFB-4BED-955A-4473A3001BA7}" sibTransId="{99762DEB-874F-41DF-BC09-4832123A4381}"/>
    <dgm:cxn modelId="{40AECE5D-7B10-41A8-8C66-BCF90A599947}" type="presOf" srcId="{2EA55C6B-6D4E-4945-9EC8-4E281DE5D80A}" destId="{ED008929-BA20-4C59-B4EF-D92398DB3F59}" srcOrd="0" destOrd="0" presId="urn:microsoft.com/office/officeart/2005/8/layout/process2"/>
    <dgm:cxn modelId="{CC87D95D-8B76-435D-9ABF-A90B313B4185}" type="presOf" srcId="{E8D24F43-0FA6-4DE8-99E5-E1C929D19908}" destId="{C2CFDEAD-F383-4FA6-A765-A3CA5D2511DE}" srcOrd="1" destOrd="0" presId="urn:microsoft.com/office/officeart/2005/8/layout/process2"/>
    <dgm:cxn modelId="{7C159C61-22CF-4D18-B2C4-8BD93619C97A}" srcId="{6E19F566-68DF-43B2-9558-1D521A6BAB79}" destId="{0FD974A6-9380-4453-B054-70516AB370F9}" srcOrd="4" destOrd="0" parTransId="{857FE6E4-C403-4C83-9D04-C1A3EB313DDB}" sibTransId="{872CDE66-43B3-42E5-B000-8067859C523D}"/>
    <dgm:cxn modelId="{B7361F47-081C-47E4-95F2-354DA1CCFD77}" type="presOf" srcId="{6E19F566-68DF-43B2-9558-1D521A6BAB79}" destId="{7E40EA9F-F659-4AE0-A515-9B8701B85B28}" srcOrd="0" destOrd="0" presId="urn:microsoft.com/office/officeart/2005/8/layout/process2"/>
    <dgm:cxn modelId="{58D7444A-8B2D-4916-AFC7-0374D4C9583A}" type="presOf" srcId="{2EA55C6B-6D4E-4945-9EC8-4E281DE5D80A}" destId="{0FB9C49F-3E6B-4316-ACFF-1FD95F65F0EE}" srcOrd="1" destOrd="0" presId="urn:microsoft.com/office/officeart/2005/8/layout/process2"/>
    <dgm:cxn modelId="{D62F2B6F-DD44-4C83-89C2-9C1626691052}" type="presOf" srcId="{3FBC5BDF-9CD3-4C5A-8A0D-0419F39314F9}" destId="{4FA8387A-A70B-4DA3-8B72-4DF7DB04BA7E}" srcOrd="0" destOrd="0" presId="urn:microsoft.com/office/officeart/2005/8/layout/process2"/>
    <dgm:cxn modelId="{B8AB7070-7973-4AFF-81BF-4108C2B254EA}" type="presOf" srcId="{6FA4A8DB-87CD-47DC-B288-D4110A44F3DC}" destId="{720D6EA5-B3CD-498E-843D-5A6BCC02B605}" srcOrd="0" destOrd="0" presId="urn:microsoft.com/office/officeart/2005/8/layout/process2"/>
    <dgm:cxn modelId="{F2D24EA1-FC96-493C-935B-F25CA0CF7F05}" type="presOf" srcId="{99762DEB-874F-41DF-BC09-4832123A4381}" destId="{B782AEE0-3EC2-4BBE-9EDC-80621C130166}" srcOrd="0" destOrd="0" presId="urn:microsoft.com/office/officeart/2005/8/layout/process2"/>
    <dgm:cxn modelId="{AC40E8C0-F882-4729-B881-C4D2E268044F}" type="presOf" srcId="{0FD974A6-9380-4453-B054-70516AB370F9}" destId="{6DDB4A4C-0365-4A30-BDF5-9E049CC025D2}" srcOrd="0" destOrd="0" presId="urn:microsoft.com/office/officeart/2005/8/layout/process2"/>
    <dgm:cxn modelId="{D84F2CDC-1599-4299-9F50-6B6ED829BA4E}" srcId="{6E19F566-68DF-43B2-9558-1D521A6BAB79}" destId="{D907D432-7738-4FA1-8709-65B2988773F8}" srcOrd="0" destOrd="0" parTransId="{4F7D1319-5D5F-418B-B70F-1402D3C71DBB}" sibTransId="{E8D24F43-0FA6-4DE8-99E5-E1C929D19908}"/>
    <dgm:cxn modelId="{3582FDEC-8495-49EE-9878-BF11BE825F4C}" srcId="{6E19F566-68DF-43B2-9558-1D521A6BAB79}" destId="{F0777F60-81FD-4D6C-AF11-5CD773A78B76}" srcOrd="1" destOrd="0" parTransId="{B114BB25-814C-4E89-B6C7-EF6884407A60}" sibTransId="{C7D50116-2B23-44D5-954C-D02EBBD7663F}"/>
    <dgm:cxn modelId="{C19DC4EF-CE13-4156-A119-D29449CD49A1}" type="presOf" srcId="{C7D50116-2B23-44D5-954C-D02EBBD7663F}" destId="{60213BD0-21A8-4FA7-B11C-3C14CA9C3E75}" srcOrd="0" destOrd="0" presId="urn:microsoft.com/office/officeart/2005/8/layout/process2"/>
    <dgm:cxn modelId="{9BBBD7F5-3DAA-4921-985A-7EF07ED2AFB0}" type="presOf" srcId="{99762DEB-874F-41DF-BC09-4832123A4381}" destId="{D23D8DCA-5024-4E1E-835F-36AFEBF0E704}" srcOrd="1" destOrd="0" presId="urn:microsoft.com/office/officeart/2005/8/layout/process2"/>
    <dgm:cxn modelId="{5DA66CFA-3065-4372-B096-DF46445F9693}" type="presOf" srcId="{C7D50116-2B23-44D5-954C-D02EBBD7663F}" destId="{87350DAE-E200-4305-B84C-D9C969035997}" srcOrd="1" destOrd="0" presId="urn:microsoft.com/office/officeart/2005/8/layout/process2"/>
    <dgm:cxn modelId="{C73EE15D-9105-460A-AD14-563874A3B686}" type="presParOf" srcId="{7E40EA9F-F659-4AE0-A515-9B8701B85B28}" destId="{2837A89D-40A8-4422-A5FB-C98CBC4011E8}" srcOrd="0" destOrd="0" presId="urn:microsoft.com/office/officeart/2005/8/layout/process2"/>
    <dgm:cxn modelId="{2A041C25-781D-48A4-97B1-ADB136A90CCF}" type="presParOf" srcId="{7E40EA9F-F659-4AE0-A515-9B8701B85B28}" destId="{6BA90D0D-7ED5-45AA-912E-4695772BFB02}" srcOrd="1" destOrd="0" presId="urn:microsoft.com/office/officeart/2005/8/layout/process2"/>
    <dgm:cxn modelId="{40AC0E38-CFD8-4A8E-97DD-CD0DD83F2C2D}" type="presParOf" srcId="{6BA90D0D-7ED5-45AA-912E-4695772BFB02}" destId="{C2CFDEAD-F383-4FA6-A765-A3CA5D2511DE}" srcOrd="0" destOrd="0" presId="urn:microsoft.com/office/officeart/2005/8/layout/process2"/>
    <dgm:cxn modelId="{C185B7E4-2842-4147-89AA-9E2AE05CD246}" type="presParOf" srcId="{7E40EA9F-F659-4AE0-A515-9B8701B85B28}" destId="{01F2ED44-A10E-467E-B6EC-D12136416EE7}" srcOrd="2" destOrd="0" presId="urn:microsoft.com/office/officeart/2005/8/layout/process2"/>
    <dgm:cxn modelId="{CDF8B8EA-9BAF-48AA-A66F-594DE1646244}" type="presParOf" srcId="{7E40EA9F-F659-4AE0-A515-9B8701B85B28}" destId="{60213BD0-21A8-4FA7-B11C-3C14CA9C3E75}" srcOrd="3" destOrd="0" presId="urn:microsoft.com/office/officeart/2005/8/layout/process2"/>
    <dgm:cxn modelId="{B3E4CEF6-B88D-4793-BD9A-72FFC0EE218A}" type="presParOf" srcId="{60213BD0-21A8-4FA7-B11C-3C14CA9C3E75}" destId="{87350DAE-E200-4305-B84C-D9C969035997}" srcOrd="0" destOrd="0" presId="urn:microsoft.com/office/officeart/2005/8/layout/process2"/>
    <dgm:cxn modelId="{AD28E75E-5BE7-468F-A9B3-3D7479319F36}" type="presParOf" srcId="{7E40EA9F-F659-4AE0-A515-9B8701B85B28}" destId="{720D6EA5-B3CD-498E-843D-5A6BCC02B605}" srcOrd="4" destOrd="0" presId="urn:microsoft.com/office/officeart/2005/8/layout/process2"/>
    <dgm:cxn modelId="{E7510CFE-7B89-4AA5-9E45-7EB9E00BEC17}" type="presParOf" srcId="{7E40EA9F-F659-4AE0-A515-9B8701B85B28}" destId="{B782AEE0-3EC2-4BBE-9EDC-80621C130166}" srcOrd="5" destOrd="0" presId="urn:microsoft.com/office/officeart/2005/8/layout/process2"/>
    <dgm:cxn modelId="{07DFA3FC-B8C0-47ED-97D0-EB8894279E7A}" type="presParOf" srcId="{B782AEE0-3EC2-4BBE-9EDC-80621C130166}" destId="{D23D8DCA-5024-4E1E-835F-36AFEBF0E704}" srcOrd="0" destOrd="0" presId="urn:microsoft.com/office/officeart/2005/8/layout/process2"/>
    <dgm:cxn modelId="{6DEEC718-8B8C-46AE-8090-DC68A22775CB}" type="presParOf" srcId="{7E40EA9F-F659-4AE0-A515-9B8701B85B28}" destId="{4FA8387A-A70B-4DA3-8B72-4DF7DB04BA7E}" srcOrd="6" destOrd="0" presId="urn:microsoft.com/office/officeart/2005/8/layout/process2"/>
    <dgm:cxn modelId="{9041C5F5-13DA-461D-BBF4-0B6AA35390A1}" type="presParOf" srcId="{7E40EA9F-F659-4AE0-A515-9B8701B85B28}" destId="{ED008929-BA20-4C59-B4EF-D92398DB3F59}" srcOrd="7" destOrd="0" presId="urn:microsoft.com/office/officeart/2005/8/layout/process2"/>
    <dgm:cxn modelId="{156DE6DF-6DD3-4288-A425-BA632EF59373}" type="presParOf" srcId="{ED008929-BA20-4C59-B4EF-D92398DB3F59}" destId="{0FB9C49F-3E6B-4316-ACFF-1FD95F65F0EE}" srcOrd="0" destOrd="0" presId="urn:microsoft.com/office/officeart/2005/8/layout/process2"/>
    <dgm:cxn modelId="{7C6E9C0F-B5AD-4D2F-B9B8-A29BBCD4B591}" type="presParOf" srcId="{7E40EA9F-F659-4AE0-A515-9B8701B85B28}" destId="{6DDB4A4C-0365-4A30-BDF5-9E049CC025D2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B48DE2D-4495-438A-91B6-59CE5FD83B7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1_2" csCatId="accent1" phldr="1"/>
      <dgm:spPr/>
      <dgm:t>
        <a:bodyPr/>
        <a:lstStyle/>
        <a:p>
          <a:endParaRPr lang="en-US"/>
        </a:p>
      </dgm:t>
    </dgm:pt>
    <dgm:pt modelId="{9C39258E-5E03-4E38-BFA2-FC197FDF53F4}">
      <dgm:prSet/>
      <dgm:spPr/>
      <dgm:t>
        <a:bodyPr/>
        <a:lstStyle/>
        <a:p>
          <a:pPr>
            <a:defRPr cap="all"/>
          </a:pPr>
          <a:r>
            <a:rPr lang="en-US"/>
            <a:t>UI/UX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Tailwind CSS + JavaScript</a:t>
          </a:r>
        </a:p>
      </dgm:t>
    </dgm:pt>
    <dgm:pt modelId="{35A907D0-4316-4FE1-A5F6-2D2F35C51523}" type="parTrans" cxnId="{A51C56E4-8F66-4A6E-BB7D-AAD868DA99A8}">
      <dgm:prSet/>
      <dgm:spPr/>
      <dgm:t>
        <a:bodyPr/>
        <a:lstStyle/>
        <a:p>
          <a:endParaRPr lang="en-US"/>
        </a:p>
      </dgm:t>
    </dgm:pt>
    <dgm:pt modelId="{C252A176-3680-4CCF-960B-EB9D8A32264B}" type="sibTrans" cxnId="{A51C56E4-8F66-4A6E-BB7D-AAD868DA99A8}">
      <dgm:prSet/>
      <dgm:spPr/>
      <dgm:t>
        <a:bodyPr/>
        <a:lstStyle/>
        <a:p>
          <a:endParaRPr lang="en-US"/>
        </a:p>
      </dgm:t>
    </dgm:pt>
    <dgm:pt modelId="{11AA727E-1C65-4891-AADC-FD8E89768E12}">
      <dgm:prSet/>
      <dgm:spPr/>
      <dgm:t>
        <a:bodyPr/>
        <a:lstStyle/>
        <a:p>
          <a:pPr>
            <a:defRPr cap="all"/>
          </a:pPr>
          <a:r>
            <a:rPr lang="en-US"/>
            <a:t>Backend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FastAPI</a:t>
          </a:r>
        </a:p>
      </dgm:t>
    </dgm:pt>
    <dgm:pt modelId="{F9FFBD01-69C2-4F6C-B778-741100D12A60}" type="parTrans" cxnId="{E24ED169-880C-4406-8C98-09744D68BA97}">
      <dgm:prSet/>
      <dgm:spPr/>
      <dgm:t>
        <a:bodyPr/>
        <a:lstStyle/>
        <a:p>
          <a:endParaRPr lang="en-US"/>
        </a:p>
      </dgm:t>
    </dgm:pt>
    <dgm:pt modelId="{E2466C41-E20D-426D-AFF2-D8C2C0949D79}" type="sibTrans" cxnId="{E24ED169-880C-4406-8C98-09744D68BA97}">
      <dgm:prSet/>
      <dgm:spPr/>
      <dgm:t>
        <a:bodyPr/>
        <a:lstStyle/>
        <a:p>
          <a:endParaRPr lang="en-US"/>
        </a:p>
      </dgm:t>
    </dgm:pt>
    <dgm:pt modelId="{66B9FA90-ADA9-4997-89DD-8F8C5F922EAD}">
      <dgm:prSet/>
      <dgm:spPr/>
      <dgm:t>
        <a:bodyPr/>
        <a:lstStyle/>
        <a:p>
          <a:pPr>
            <a:defRPr cap="all"/>
          </a:pPr>
          <a:r>
            <a:rPr lang="en-US"/>
            <a:t>Monitoring </a:t>
          </a:r>
          <a:r>
            <a:rPr lang="en-US">
              <a:sym typeface="Wingdings" panose="05000000000000000000" pitchFamily="2" charset="2"/>
            </a:rPr>
            <a:t> GCP MOnitoring</a:t>
          </a:r>
          <a:endParaRPr lang="en-US"/>
        </a:p>
      </dgm:t>
    </dgm:pt>
    <dgm:pt modelId="{49D29AE0-0B31-4664-BD3C-4543C24BB3CF}" type="parTrans" cxnId="{F99831D3-FDA0-4DCA-8FD9-79F68444938E}">
      <dgm:prSet/>
      <dgm:spPr/>
      <dgm:t>
        <a:bodyPr/>
        <a:lstStyle/>
        <a:p>
          <a:endParaRPr lang="en-US"/>
        </a:p>
      </dgm:t>
    </dgm:pt>
    <dgm:pt modelId="{CC6B800A-8AFA-470F-B016-66EB4BAD1054}" type="sibTrans" cxnId="{F99831D3-FDA0-4DCA-8FD9-79F68444938E}">
      <dgm:prSet/>
      <dgm:spPr/>
      <dgm:t>
        <a:bodyPr/>
        <a:lstStyle/>
        <a:p>
          <a:endParaRPr lang="en-US"/>
        </a:p>
      </dgm:t>
    </dgm:pt>
    <dgm:pt modelId="{F16A1CAD-B284-4655-BEE8-D9A5E42DAFFC}" type="pres">
      <dgm:prSet presAssocID="{3B48DE2D-4495-438A-91B6-59CE5FD83B70}" presName="root" presStyleCnt="0">
        <dgm:presLayoutVars>
          <dgm:dir/>
          <dgm:resizeHandles val="exact"/>
        </dgm:presLayoutVars>
      </dgm:prSet>
      <dgm:spPr/>
    </dgm:pt>
    <dgm:pt modelId="{6B131693-856B-4ABD-B603-D10805CA6BCD}" type="pres">
      <dgm:prSet presAssocID="{9C39258E-5E03-4E38-BFA2-FC197FDF53F4}" presName="compNode" presStyleCnt="0"/>
      <dgm:spPr/>
    </dgm:pt>
    <dgm:pt modelId="{18D1B56D-54A6-4853-A922-0ADD4B5E1C33}" type="pres">
      <dgm:prSet presAssocID="{9C39258E-5E03-4E38-BFA2-FC197FDF53F4}" presName="iconBgRect" presStyleLbl="bgShp" presStyleIdx="0" presStyleCnt="3"/>
      <dgm:spPr/>
    </dgm:pt>
    <dgm:pt modelId="{7ACF5D4F-18C2-45EF-98A7-D01217B4858B}" type="pres">
      <dgm:prSet presAssocID="{9C39258E-5E03-4E38-BFA2-FC197FDF53F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86AD9D6-2753-4BFF-9359-4A4DF0D38B41}" type="pres">
      <dgm:prSet presAssocID="{9C39258E-5E03-4E38-BFA2-FC197FDF53F4}" presName="spaceRect" presStyleCnt="0"/>
      <dgm:spPr/>
    </dgm:pt>
    <dgm:pt modelId="{F2403093-CA9F-400F-AE0C-7BCC292678E9}" type="pres">
      <dgm:prSet presAssocID="{9C39258E-5E03-4E38-BFA2-FC197FDF53F4}" presName="textRect" presStyleLbl="revTx" presStyleIdx="0" presStyleCnt="3">
        <dgm:presLayoutVars>
          <dgm:chMax val="1"/>
          <dgm:chPref val="1"/>
        </dgm:presLayoutVars>
      </dgm:prSet>
      <dgm:spPr/>
    </dgm:pt>
    <dgm:pt modelId="{5E2D05B4-7E28-436F-8D91-14AB4B441F7A}" type="pres">
      <dgm:prSet presAssocID="{C252A176-3680-4CCF-960B-EB9D8A32264B}" presName="sibTrans" presStyleCnt="0"/>
      <dgm:spPr/>
    </dgm:pt>
    <dgm:pt modelId="{5E12999F-11FB-4103-AB91-2C217C63828A}" type="pres">
      <dgm:prSet presAssocID="{11AA727E-1C65-4891-AADC-FD8E89768E12}" presName="compNode" presStyleCnt="0"/>
      <dgm:spPr/>
    </dgm:pt>
    <dgm:pt modelId="{2DBF0A44-89F8-4138-A84C-FA5512FA1C66}" type="pres">
      <dgm:prSet presAssocID="{11AA727E-1C65-4891-AADC-FD8E89768E12}" presName="iconBgRect" presStyleLbl="bgShp" presStyleIdx="1" presStyleCnt="3"/>
      <dgm:spPr/>
    </dgm:pt>
    <dgm:pt modelId="{94B1028F-7409-4607-A873-D23FD6920E71}" type="pres">
      <dgm:prSet presAssocID="{11AA727E-1C65-4891-AADC-FD8E89768E1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8D00D679-FB44-4B17-91D2-8AC6A950AAA6}" type="pres">
      <dgm:prSet presAssocID="{11AA727E-1C65-4891-AADC-FD8E89768E12}" presName="spaceRect" presStyleCnt="0"/>
      <dgm:spPr/>
    </dgm:pt>
    <dgm:pt modelId="{762CC18A-CD0B-4D1E-965D-68AEDFB8F531}" type="pres">
      <dgm:prSet presAssocID="{11AA727E-1C65-4891-AADC-FD8E89768E12}" presName="textRect" presStyleLbl="revTx" presStyleIdx="1" presStyleCnt="3">
        <dgm:presLayoutVars>
          <dgm:chMax val="1"/>
          <dgm:chPref val="1"/>
        </dgm:presLayoutVars>
      </dgm:prSet>
      <dgm:spPr/>
    </dgm:pt>
    <dgm:pt modelId="{B0BA18D6-71A7-4412-86EB-4328FEB186D7}" type="pres">
      <dgm:prSet presAssocID="{E2466C41-E20D-426D-AFF2-D8C2C0949D79}" presName="sibTrans" presStyleCnt="0"/>
      <dgm:spPr/>
    </dgm:pt>
    <dgm:pt modelId="{BB06B8BA-18CA-4BE1-B11C-28878ADA24CF}" type="pres">
      <dgm:prSet presAssocID="{66B9FA90-ADA9-4997-89DD-8F8C5F922EAD}" presName="compNode" presStyleCnt="0"/>
      <dgm:spPr/>
    </dgm:pt>
    <dgm:pt modelId="{30DC0D2D-1562-41F9-85D4-A2FD31A469DF}" type="pres">
      <dgm:prSet presAssocID="{66B9FA90-ADA9-4997-89DD-8F8C5F922EAD}" presName="iconBgRect" presStyleLbl="bgShp" presStyleIdx="2" presStyleCnt="3"/>
      <dgm:spPr/>
    </dgm:pt>
    <dgm:pt modelId="{82E3AD00-5C6E-4C85-B605-A5F6C41BAE96}" type="pres">
      <dgm:prSet presAssocID="{66B9FA90-ADA9-4997-89DD-8F8C5F922EA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C099953E-E1B9-4F95-9F43-B2721A1579FD}" type="pres">
      <dgm:prSet presAssocID="{66B9FA90-ADA9-4997-89DD-8F8C5F922EAD}" presName="spaceRect" presStyleCnt="0"/>
      <dgm:spPr/>
    </dgm:pt>
    <dgm:pt modelId="{EF5BD51F-E429-4ABA-AA90-C899BE9D9225}" type="pres">
      <dgm:prSet presAssocID="{66B9FA90-ADA9-4997-89DD-8F8C5F922EA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1C6510D-CC97-4BD9-9B78-D765142729CE}" type="presOf" srcId="{66B9FA90-ADA9-4997-89DD-8F8C5F922EAD}" destId="{EF5BD51F-E429-4ABA-AA90-C899BE9D9225}" srcOrd="0" destOrd="0" presId="urn:microsoft.com/office/officeart/2018/5/layout/IconCircleLabelList"/>
    <dgm:cxn modelId="{E24ED169-880C-4406-8C98-09744D68BA97}" srcId="{3B48DE2D-4495-438A-91B6-59CE5FD83B70}" destId="{11AA727E-1C65-4891-AADC-FD8E89768E12}" srcOrd="1" destOrd="0" parTransId="{F9FFBD01-69C2-4F6C-B778-741100D12A60}" sibTransId="{E2466C41-E20D-426D-AFF2-D8C2C0949D79}"/>
    <dgm:cxn modelId="{1999CB53-88FA-474D-ACF4-DDCA9BAE0A2F}" type="presOf" srcId="{3B48DE2D-4495-438A-91B6-59CE5FD83B70}" destId="{F16A1CAD-B284-4655-BEE8-D9A5E42DAFFC}" srcOrd="0" destOrd="0" presId="urn:microsoft.com/office/officeart/2018/5/layout/IconCircleLabelList"/>
    <dgm:cxn modelId="{267B8A95-265A-4214-ABB8-441625D834BC}" type="presOf" srcId="{11AA727E-1C65-4891-AADC-FD8E89768E12}" destId="{762CC18A-CD0B-4D1E-965D-68AEDFB8F531}" srcOrd="0" destOrd="0" presId="urn:microsoft.com/office/officeart/2018/5/layout/IconCircleLabelList"/>
    <dgm:cxn modelId="{1D18CBB6-121D-412C-9109-7C01EFB49740}" type="presOf" srcId="{9C39258E-5E03-4E38-BFA2-FC197FDF53F4}" destId="{F2403093-CA9F-400F-AE0C-7BCC292678E9}" srcOrd="0" destOrd="0" presId="urn:microsoft.com/office/officeart/2018/5/layout/IconCircleLabelList"/>
    <dgm:cxn modelId="{F99831D3-FDA0-4DCA-8FD9-79F68444938E}" srcId="{3B48DE2D-4495-438A-91B6-59CE5FD83B70}" destId="{66B9FA90-ADA9-4997-89DD-8F8C5F922EAD}" srcOrd="2" destOrd="0" parTransId="{49D29AE0-0B31-4664-BD3C-4543C24BB3CF}" sibTransId="{CC6B800A-8AFA-470F-B016-66EB4BAD1054}"/>
    <dgm:cxn modelId="{A51C56E4-8F66-4A6E-BB7D-AAD868DA99A8}" srcId="{3B48DE2D-4495-438A-91B6-59CE5FD83B70}" destId="{9C39258E-5E03-4E38-BFA2-FC197FDF53F4}" srcOrd="0" destOrd="0" parTransId="{35A907D0-4316-4FE1-A5F6-2D2F35C51523}" sibTransId="{C252A176-3680-4CCF-960B-EB9D8A32264B}"/>
    <dgm:cxn modelId="{14BCA2A6-D3FE-4581-A56C-05A4264F9113}" type="presParOf" srcId="{F16A1CAD-B284-4655-BEE8-D9A5E42DAFFC}" destId="{6B131693-856B-4ABD-B603-D10805CA6BCD}" srcOrd="0" destOrd="0" presId="urn:microsoft.com/office/officeart/2018/5/layout/IconCircleLabelList"/>
    <dgm:cxn modelId="{24EE2BAA-D53B-4D6E-940A-9EC710FDDA83}" type="presParOf" srcId="{6B131693-856B-4ABD-B603-D10805CA6BCD}" destId="{18D1B56D-54A6-4853-A922-0ADD4B5E1C33}" srcOrd="0" destOrd="0" presId="urn:microsoft.com/office/officeart/2018/5/layout/IconCircleLabelList"/>
    <dgm:cxn modelId="{1AA89CA9-E1AB-4234-A43D-2848D3423BCC}" type="presParOf" srcId="{6B131693-856B-4ABD-B603-D10805CA6BCD}" destId="{7ACF5D4F-18C2-45EF-98A7-D01217B4858B}" srcOrd="1" destOrd="0" presId="urn:microsoft.com/office/officeart/2018/5/layout/IconCircleLabelList"/>
    <dgm:cxn modelId="{C2112000-F464-4432-A044-B53CA9699A09}" type="presParOf" srcId="{6B131693-856B-4ABD-B603-D10805CA6BCD}" destId="{886AD9D6-2753-4BFF-9359-4A4DF0D38B41}" srcOrd="2" destOrd="0" presId="urn:microsoft.com/office/officeart/2018/5/layout/IconCircleLabelList"/>
    <dgm:cxn modelId="{93FA5D51-BAD8-4F2F-8F6F-DB0CF6E06FDC}" type="presParOf" srcId="{6B131693-856B-4ABD-B603-D10805CA6BCD}" destId="{F2403093-CA9F-400F-AE0C-7BCC292678E9}" srcOrd="3" destOrd="0" presId="urn:microsoft.com/office/officeart/2018/5/layout/IconCircleLabelList"/>
    <dgm:cxn modelId="{6318921B-9ED4-4C28-9689-E2776F5DB34D}" type="presParOf" srcId="{F16A1CAD-B284-4655-BEE8-D9A5E42DAFFC}" destId="{5E2D05B4-7E28-436F-8D91-14AB4B441F7A}" srcOrd="1" destOrd="0" presId="urn:microsoft.com/office/officeart/2018/5/layout/IconCircleLabelList"/>
    <dgm:cxn modelId="{96080738-09A8-4A0B-9AE8-9D62BCB3FFB3}" type="presParOf" srcId="{F16A1CAD-B284-4655-BEE8-D9A5E42DAFFC}" destId="{5E12999F-11FB-4103-AB91-2C217C63828A}" srcOrd="2" destOrd="0" presId="urn:microsoft.com/office/officeart/2018/5/layout/IconCircleLabelList"/>
    <dgm:cxn modelId="{6325AEA4-FB67-4515-B1B2-B5F4A56A69D9}" type="presParOf" srcId="{5E12999F-11FB-4103-AB91-2C217C63828A}" destId="{2DBF0A44-89F8-4138-A84C-FA5512FA1C66}" srcOrd="0" destOrd="0" presId="urn:microsoft.com/office/officeart/2018/5/layout/IconCircleLabelList"/>
    <dgm:cxn modelId="{852D23E5-FB21-42B1-8128-4C73742B2E49}" type="presParOf" srcId="{5E12999F-11FB-4103-AB91-2C217C63828A}" destId="{94B1028F-7409-4607-A873-D23FD6920E71}" srcOrd="1" destOrd="0" presId="urn:microsoft.com/office/officeart/2018/5/layout/IconCircleLabelList"/>
    <dgm:cxn modelId="{5B910C35-9C21-4294-B508-ED92AAAB905A}" type="presParOf" srcId="{5E12999F-11FB-4103-AB91-2C217C63828A}" destId="{8D00D679-FB44-4B17-91D2-8AC6A950AAA6}" srcOrd="2" destOrd="0" presId="urn:microsoft.com/office/officeart/2018/5/layout/IconCircleLabelList"/>
    <dgm:cxn modelId="{7C2618EC-CDCB-444D-A3AB-26B76F164BF2}" type="presParOf" srcId="{5E12999F-11FB-4103-AB91-2C217C63828A}" destId="{762CC18A-CD0B-4D1E-965D-68AEDFB8F531}" srcOrd="3" destOrd="0" presId="urn:microsoft.com/office/officeart/2018/5/layout/IconCircleLabelList"/>
    <dgm:cxn modelId="{724BF1DC-15BE-41AB-AE75-A4454665D145}" type="presParOf" srcId="{F16A1CAD-B284-4655-BEE8-D9A5E42DAFFC}" destId="{B0BA18D6-71A7-4412-86EB-4328FEB186D7}" srcOrd="3" destOrd="0" presId="urn:microsoft.com/office/officeart/2018/5/layout/IconCircleLabelList"/>
    <dgm:cxn modelId="{5BF64DB6-F2B8-4BEC-B563-B9493DEF77CE}" type="presParOf" srcId="{F16A1CAD-B284-4655-BEE8-D9A5E42DAFFC}" destId="{BB06B8BA-18CA-4BE1-B11C-28878ADA24CF}" srcOrd="4" destOrd="0" presId="urn:microsoft.com/office/officeart/2018/5/layout/IconCircleLabelList"/>
    <dgm:cxn modelId="{1B787DE3-FB43-4821-ACFE-01B9E7267FDC}" type="presParOf" srcId="{BB06B8BA-18CA-4BE1-B11C-28878ADA24CF}" destId="{30DC0D2D-1562-41F9-85D4-A2FD31A469DF}" srcOrd="0" destOrd="0" presId="urn:microsoft.com/office/officeart/2018/5/layout/IconCircleLabelList"/>
    <dgm:cxn modelId="{476BE34A-B437-4267-B48A-DCA4F8EE3169}" type="presParOf" srcId="{BB06B8BA-18CA-4BE1-B11C-28878ADA24CF}" destId="{82E3AD00-5C6E-4C85-B605-A5F6C41BAE96}" srcOrd="1" destOrd="0" presId="urn:microsoft.com/office/officeart/2018/5/layout/IconCircleLabelList"/>
    <dgm:cxn modelId="{CCD78A70-12CE-4D44-BFC8-C0BCC507E3A9}" type="presParOf" srcId="{BB06B8BA-18CA-4BE1-B11C-28878ADA24CF}" destId="{C099953E-E1B9-4F95-9F43-B2721A1579FD}" srcOrd="2" destOrd="0" presId="urn:microsoft.com/office/officeart/2018/5/layout/IconCircleLabelList"/>
    <dgm:cxn modelId="{5530A52B-A6CA-416F-9D46-3FA22D932598}" type="presParOf" srcId="{BB06B8BA-18CA-4BE1-B11C-28878ADA24CF}" destId="{EF5BD51F-E429-4ABA-AA90-C899BE9D922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18ECDE2-560C-4137-80BE-6B56552993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78D3CF86-F871-4E9F-9010-4CE903EA68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Cloud Run : Scalable serverless compute capped at 5 instances to guarantee zero-idle costs and budget protection.</a:t>
          </a:r>
        </a:p>
      </dgm:t>
    </dgm:pt>
    <dgm:pt modelId="{060FF868-929D-4945-8A2B-5E9E0905FDB6}" type="parTrans" cxnId="{D76C21ED-045C-4C97-8EC2-9DC9E87053A0}">
      <dgm:prSet/>
      <dgm:spPr/>
      <dgm:t>
        <a:bodyPr/>
        <a:lstStyle/>
        <a:p>
          <a:endParaRPr lang="en-US"/>
        </a:p>
      </dgm:t>
    </dgm:pt>
    <dgm:pt modelId="{6268D0D4-0EB9-4B13-9B66-9F0B45673F10}" type="sibTrans" cxnId="{D76C21ED-045C-4C97-8EC2-9DC9E87053A0}">
      <dgm:prSet/>
      <dgm:spPr/>
      <dgm:t>
        <a:bodyPr/>
        <a:lstStyle/>
        <a:p>
          <a:endParaRPr lang="en-US"/>
        </a:p>
      </dgm:t>
    </dgm:pt>
    <dgm:pt modelId="{E8D5C98F-B97D-4419-9FF6-D6F80AAF4C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Cloud SQL (Postgres): Fully managed relational database in Cloud</a:t>
          </a:r>
        </a:p>
      </dgm:t>
    </dgm:pt>
    <dgm:pt modelId="{16E78547-272F-4919-AE44-AC4022E57D9A}" type="parTrans" cxnId="{211131A2-29F1-4EC0-8E4E-5C2FA23BFAB6}">
      <dgm:prSet/>
      <dgm:spPr/>
      <dgm:t>
        <a:bodyPr/>
        <a:lstStyle/>
        <a:p>
          <a:endParaRPr lang="en-US"/>
        </a:p>
      </dgm:t>
    </dgm:pt>
    <dgm:pt modelId="{3D35AF01-F022-4ACF-9BDF-42DD5D87C107}" type="sibTrans" cxnId="{211131A2-29F1-4EC0-8E4E-5C2FA23BFAB6}">
      <dgm:prSet/>
      <dgm:spPr/>
      <dgm:t>
        <a:bodyPr/>
        <a:lstStyle/>
        <a:p>
          <a:endParaRPr lang="en-US"/>
        </a:p>
      </dgm:t>
    </dgm:pt>
    <dgm:pt modelId="{D734AA89-7E0C-4E5F-B2B4-6EEB3B395E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Agent Search : AI-native semantic search engine delivering real-time external intelligence to LLM workflows.</a:t>
          </a:r>
        </a:p>
      </dgm:t>
    </dgm:pt>
    <dgm:pt modelId="{CC262E18-04E2-4AB7-9277-BA7B12D7519E}" type="parTrans" cxnId="{0E4A834B-40F7-4947-A938-128BCF81175F}">
      <dgm:prSet/>
      <dgm:spPr/>
      <dgm:t>
        <a:bodyPr/>
        <a:lstStyle/>
        <a:p>
          <a:endParaRPr lang="en-US"/>
        </a:p>
      </dgm:t>
    </dgm:pt>
    <dgm:pt modelId="{7DABB547-1B14-49FE-94D1-A1BC22F9835A}" type="sibTrans" cxnId="{0E4A834B-40F7-4947-A938-128BCF81175F}">
      <dgm:prSet/>
      <dgm:spPr/>
      <dgm:t>
        <a:bodyPr/>
        <a:lstStyle/>
        <a:p>
          <a:endParaRPr lang="en-US"/>
        </a:p>
      </dgm:t>
    </dgm:pt>
    <dgm:pt modelId="{D5C97474-6C90-4F34-B216-2F0BB8CB090A}" type="pres">
      <dgm:prSet presAssocID="{918ECDE2-560C-4137-80BE-6B56552993F3}" presName="root" presStyleCnt="0">
        <dgm:presLayoutVars>
          <dgm:dir/>
          <dgm:resizeHandles val="exact"/>
        </dgm:presLayoutVars>
      </dgm:prSet>
      <dgm:spPr/>
    </dgm:pt>
    <dgm:pt modelId="{C54F9F4A-F32B-463E-862C-738D9D591292}" type="pres">
      <dgm:prSet presAssocID="{78D3CF86-F871-4E9F-9010-4CE903EA68E6}" presName="compNode" presStyleCnt="0"/>
      <dgm:spPr/>
    </dgm:pt>
    <dgm:pt modelId="{56A4E49F-D6A4-4A9D-B932-1B70EB6A0365}" type="pres">
      <dgm:prSet presAssocID="{78D3CF86-F871-4E9F-9010-4CE903EA68E6}" presName="bgRect" presStyleLbl="bgShp" presStyleIdx="0" presStyleCnt="3"/>
      <dgm:spPr/>
    </dgm:pt>
    <dgm:pt modelId="{0C577496-AE57-446D-B68D-84EBDED196D3}" type="pres">
      <dgm:prSet presAssocID="{78D3CF86-F871-4E9F-9010-4CE903EA68E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9A9E953-A51C-4661-B853-D0D12C90183C}" type="pres">
      <dgm:prSet presAssocID="{78D3CF86-F871-4E9F-9010-4CE903EA68E6}" presName="spaceRect" presStyleCnt="0"/>
      <dgm:spPr/>
    </dgm:pt>
    <dgm:pt modelId="{FBBEBE5D-F62D-4437-AA9D-45D6FBBB8214}" type="pres">
      <dgm:prSet presAssocID="{78D3CF86-F871-4E9F-9010-4CE903EA68E6}" presName="parTx" presStyleLbl="revTx" presStyleIdx="0" presStyleCnt="3">
        <dgm:presLayoutVars>
          <dgm:chMax val="0"/>
          <dgm:chPref val="0"/>
        </dgm:presLayoutVars>
      </dgm:prSet>
      <dgm:spPr/>
    </dgm:pt>
    <dgm:pt modelId="{CCAAC93C-7F7A-4FA6-B2DE-F0CFA86F6887}" type="pres">
      <dgm:prSet presAssocID="{6268D0D4-0EB9-4B13-9B66-9F0B45673F10}" presName="sibTrans" presStyleCnt="0"/>
      <dgm:spPr/>
    </dgm:pt>
    <dgm:pt modelId="{616AF01B-8CC0-43C8-A5DA-59192AD18164}" type="pres">
      <dgm:prSet presAssocID="{E8D5C98F-B97D-4419-9FF6-D6F80AAF4C7E}" presName="compNode" presStyleCnt="0"/>
      <dgm:spPr/>
    </dgm:pt>
    <dgm:pt modelId="{5AA59578-4DE7-44CB-B2DB-AEB5E0CF22B7}" type="pres">
      <dgm:prSet presAssocID="{E8D5C98F-B97D-4419-9FF6-D6F80AAF4C7E}" presName="bgRect" presStyleLbl="bgShp" presStyleIdx="1" presStyleCnt="3"/>
      <dgm:spPr/>
    </dgm:pt>
    <dgm:pt modelId="{1243A19A-B6C2-48F4-A995-148CD154C865}" type="pres">
      <dgm:prSet presAssocID="{E8D5C98F-B97D-4419-9FF6-D6F80AAF4C7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EB3EBC2-24C4-4673-AC75-D6BFB4BF0D99}" type="pres">
      <dgm:prSet presAssocID="{E8D5C98F-B97D-4419-9FF6-D6F80AAF4C7E}" presName="spaceRect" presStyleCnt="0"/>
      <dgm:spPr/>
    </dgm:pt>
    <dgm:pt modelId="{98284149-BCFC-4AA1-89E6-1251E2AB1F08}" type="pres">
      <dgm:prSet presAssocID="{E8D5C98F-B97D-4419-9FF6-D6F80AAF4C7E}" presName="parTx" presStyleLbl="revTx" presStyleIdx="1" presStyleCnt="3">
        <dgm:presLayoutVars>
          <dgm:chMax val="0"/>
          <dgm:chPref val="0"/>
        </dgm:presLayoutVars>
      </dgm:prSet>
      <dgm:spPr/>
    </dgm:pt>
    <dgm:pt modelId="{380D82A0-188A-4F5E-80AD-2CC8AD2BD5AA}" type="pres">
      <dgm:prSet presAssocID="{3D35AF01-F022-4ACF-9BDF-42DD5D87C107}" presName="sibTrans" presStyleCnt="0"/>
      <dgm:spPr/>
    </dgm:pt>
    <dgm:pt modelId="{5BC9CF16-04CD-4CBD-963B-DEC10BA0DFB4}" type="pres">
      <dgm:prSet presAssocID="{D734AA89-7E0C-4E5F-B2B4-6EEB3B395E56}" presName="compNode" presStyleCnt="0"/>
      <dgm:spPr/>
    </dgm:pt>
    <dgm:pt modelId="{D3474348-6337-4E28-8F8E-14BA3F46EB0E}" type="pres">
      <dgm:prSet presAssocID="{D734AA89-7E0C-4E5F-B2B4-6EEB3B395E56}" presName="bgRect" presStyleLbl="bgShp" presStyleIdx="2" presStyleCnt="3"/>
      <dgm:spPr/>
    </dgm:pt>
    <dgm:pt modelId="{7651D217-BA89-4468-BE48-E6CFC6FA2E86}" type="pres">
      <dgm:prSet presAssocID="{D734AA89-7E0C-4E5F-B2B4-6EEB3B395E5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A360461-35BF-4AD4-B7CE-EF75A6A8A782}" type="pres">
      <dgm:prSet presAssocID="{D734AA89-7E0C-4E5F-B2B4-6EEB3B395E56}" presName="spaceRect" presStyleCnt="0"/>
      <dgm:spPr/>
    </dgm:pt>
    <dgm:pt modelId="{F16292CA-6F12-4904-AA15-14880086983C}" type="pres">
      <dgm:prSet presAssocID="{D734AA89-7E0C-4E5F-B2B4-6EEB3B395E5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0A3E111-9CBF-4A51-BF7C-0F4C1B5D5893}" type="presOf" srcId="{78D3CF86-F871-4E9F-9010-4CE903EA68E6}" destId="{FBBEBE5D-F62D-4437-AA9D-45D6FBBB8214}" srcOrd="0" destOrd="0" presId="urn:microsoft.com/office/officeart/2018/2/layout/IconVerticalSolidList"/>
    <dgm:cxn modelId="{0E4A834B-40F7-4947-A938-128BCF81175F}" srcId="{918ECDE2-560C-4137-80BE-6B56552993F3}" destId="{D734AA89-7E0C-4E5F-B2B4-6EEB3B395E56}" srcOrd="2" destOrd="0" parTransId="{CC262E18-04E2-4AB7-9277-BA7B12D7519E}" sibTransId="{7DABB547-1B14-49FE-94D1-A1BC22F9835A}"/>
    <dgm:cxn modelId="{8FF3F34C-E581-4F67-B8B1-EAA78C2F4576}" type="presOf" srcId="{E8D5C98F-B97D-4419-9FF6-D6F80AAF4C7E}" destId="{98284149-BCFC-4AA1-89E6-1251E2AB1F08}" srcOrd="0" destOrd="0" presId="urn:microsoft.com/office/officeart/2018/2/layout/IconVerticalSolidList"/>
    <dgm:cxn modelId="{592DF886-A1C2-4F03-BAE8-77EDFE9F7953}" type="presOf" srcId="{D734AA89-7E0C-4E5F-B2B4-6EEB3B395E56}" destId="{F16292CA-6F12-4904-AA15-14880086983C}" srcOrd="0" destOrd="0" presId="urn:microsoft.com/office/officeart/2018/2/layout/IconVerticalSolidList"/>
    <dgm:cxn modelId="{211131A2-29F1-4EC0-8E4E-5C2FA23BFAB6}" srcId="{918ECDE2-560C-4137-80BE-6B56552993F3}" destId="{E8D5C98F-B97D-4419-9FF6-D6F80AAF4C7E}" srcOrd="1" destOrd="0" parTransId="{16E78547-272F-4919-AE44-AC4022E57D9A}" sibTransId="{3D35AF01-F022-4ACF-9BDF-42DD5D87C107}"/>
    <dgm:cxn modelId="{345E46B8-51D7-4539-8352-51581B909D82}" type="presOf" srcId="{918ECDE2-560C-4137-80BE-6B56552993F3}" destId="{D5C97474-6C90-4F34-B216-2F0BB8CB090A}" srcOrd="0" destOrd="0" presId="urn:microsoft.com/office/officeart/2018/2/layout/IconVerticalSolidList"/>
    <dgm:cxn modelId="{D76C21ED-045C-4C97-8EC2-9DC9E87053A0}" srcId="{918ECDE2-560C-4137-80BE-6B56552993F3}" destId="{78D3CF86-F871-4E9F-9010-4CE903EA68E6}" srcOrd="0" destOrd="0" parTransId="{060FF868-929D-4945-8A2B-5E9E0905FDB6}" sibTransId="{6268D0D4-0EB9-4B13-9B66-9F0B45673F10}"/>
    <dgm:cxn modelId="{8F34BB63-B4B8-4665-8E74-AC964367ED2A}" type="presParOf" srcId="{D5C97474-6C90-4F34-B216-2F0BB8CB090A}" destId="{C54F9F4A-F32B-463E-862C-738D9D591292}" srcOrd="0" destOrd="0" presId="urn:microsoft.com/office/officeart/2018/2/layout/IconVerticalSolidList"/>
    <dgm:cxn modelId="{9A61F208-BE0A-4A91-8F83-0F3DF370DED0}" type="presParOf" srcId="{C54F9F4A-F32B-463E-862C-738D9D591292}" destId="{56A4E49F-D6A4-4A9D-B932-1B70EB6A0365}" srcOrd="0" destOrd="0" presId="urn:microsoft.com/office/officeart/2018/2/layout/IconVerticalSolidList"/>
    <dgm:cxn modelId="{3206D75E-6740-4F83-80E7-B6D174C539C1}" type="presParOf" srcId="{C54F9F4A-F32B-463E-862C-738D9D591292}" destId="{0C577496-AE57-446D-B68D-84EBDED196D3}" srcOrd="1" destOrd="0" presId="urn:microsoft.com/office/officeart/2018/2/layout/IconVerticalSolidList"/>
    <dgm:cxn modelId="{8C763725-1E6A-4FDF-AC6E-A4BC983F535C}" type="presParOf" srcId="{C54F9F4A-F32B-463E-862C-738D9D591292}" destId="{D9A9E953-A51C-4661-B853-D0D12C90183C}" srcOrd="2" destOrd="0" presId="urn:microsoft.com/office/officeart/2018/2/layout/IconVerticalSolidList"/>
    <dgm:cxn modelId="{3042695C-BC99-49AD-8C71-D1589C6A9C0D}" type="presParOf" srcId="{C54F9F4A-F32B-463E-862C-738D9D591292}" destId="{FBBEBE5D-F62D-4437-AA9D-45D6FBBB8214}" srcOrd="3" destOrd="0" presId="urn:microsoft.com/office/officeart/2018/2/layout/IconVerticalSolidList"/>
    <dgm:cxn modelId="{022FFE0F-0ECC-43BF-A5C5-CBD49B3368B4}" type="presParOf" srcId="{D5C97474-6C90-4F34-B216-2F0BB8CB090A}" destId="{CCAAC93C-7F7A-4FA6-B2DE-F0CFA86F6887}" srcOrd="1" destOrd="0" presId="urn:microsoft.com/office/officeart/2018/2/layout/IconVerticalSolidList"/>
    <dgm:cxn modelId="{799938AC-9D03-47DA-8854-EAA319A4980F}" type="presParOf" srcId="{D5C97474-6C90-4F34-B216-2F0BB8CB090A}" destId="{616AF01B-8CC0-43C8-A5DA-59192AD18164}" srcOrd="2" destOrd="0" presId="urn:microsoft.com/office/officeart/2018/2/layout/IconVerticalSolidList"/>
    <dgm:cxn modelId="{B1192238-5EA3-4472-BBE8-75D4B47AD884}" type="presParOf" srcId="{616AF01B-8CC0-43C8-A5DA-59192AD18164}" destId="{5AA59578-4DE7-44CB-B2DB-AEB5E0CF22B7}" srcOrd="0" destOrd="0" presId="urn:microsoft.com/office/officeart/2018/2/layout/IconVerticalSolidList"/>
    <dgm:cxn modelId="{D64359FB-1E4E-4AF8-8493-A090C18EECC7}" type="presParOf" srcId="{616AF01B-8CC0-43C8-A5DA-59192AD18164}" destId="{1243A19A-B6C2-48F4-A995-148CD154C865}" srcOrd="1" destOrd="0" presId="urn:microsoft.com/office/officeart/2018/2/layout/IconVerticalSolidList"/>
    <dgm:cxn modelId="{1708AAAB-D404-4A31-92B2-5BB1955F5F81}" type="presParOf" srcId="{616AF01B-8CC0-43C8-A5DA-59192AD18164}" destId="{AEB3EBC2-24C4-4673-AC75-D6BFB4BF0D99}" srcOrd="2" destOrd="0" presId="urn:microsoft.com/office/officeart/2018/2/layout/IconVerticalSolidList"/>
    <dgm:cxn modelId="{1B55F039-7771-43A6-9389-9F084686D903}" type="presParOf" srcId="{616AF01B-8CC0-43C8-A5DA-59192AD18164}" destId="{98284149-BCFC-4AA1-89E6-1251E2AB1F08}" srcOrd="3" destOrd="0" presId="urn:microsoft.com/office/officeart/2018/2/layout/IconVerticalSolidList"/>
    <dgm:cxn modelId="{116F93F6-F8BB-4CAE-AEC2-025148C45737}" type="presParOf" srcId="{D5C97474-6C90-4F34-B216-2F0BB8CB090A}" destId="{380D82A0-188A-4F5E-80AD-2CC8AD2BD5AA}" srcOrd="3" destOrd="0" presId="urn:microsoft.com/office/officeart/2018/2/layout/IconVerticalSolidList"/>
    <dgm:cxn modelId="{7A53CD6B-5C60-4E88-85DF-CECF0B4BFD45}" type="presParOf" srcId="{D5C97474-6C90-4F34-B216-2F0BB8CB090A}" destId="{5BC9CF16-04CD-4CBD-963B-DEC10BA0DFB4}" srcOrd="4" destOrd="0" presId="urn:microsoft.com/office/officeart/2018/2/layout/IconVerticalSolidList"/>
    <dgm:cxn modelId="{D715E8D9-81CF-4D97-B2EF-E43C2A76607B}" type="presParOf" srcId="{5BC9CF16-04CD-4CBD-963B-DEC10BA0DFB4}" destId="{D3474348-6337-4E28-8F8E-14BA3F46EB0E}" srcOrd="0" destOrd="0" presId="urn:microsoft.com/office/officeart/2018/2/layout/IconVerticalSolidList"/>
    <dgm:cxn modelId="{B3A7599B-5A06-4306-B672-A699437A5342}" type="presParOf" srcId="{5BC9CF16-04CD-4CBD-963B-DEC10BA0DFB4}" destId="{7651D217-BA89-4468-BE48-E6CFC6FA2E86}" srcOrd="1" destOrd="0" presId="urn:microsoft.com/office/officeart/2018/2/layout/IconVerticalSolidList"/>
    <dgm:cxn modelId="{D7498C14-4C2D-445F-A15F-D4FAB7C3A21B}" type="presParOf" srcId="{5BC9CF16-04CD-4CBD-963B-DEC10BA0DFB4}" destId="{5A360461-35BF-4AD4-B7CE-EF75A6A8A782}" srcOrd="2" destOrd="0" presId="urn:microsoft.com/office/officeart/2018/2/layout/IconVerticalSolidList"/>
    <dgm:cxn modelId="{763794E0-5EDD-4DA4-944E-E477883365F9}" type="presParOf" srcId="{5BC9CF16-04CD-4CBD-963B-DEC10BA0DFB4}" destId="{F16292CA-6F12-4904-AA15-14880086983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F99462-3EBE-4F21-99D5-BD4520E8A974}">
      <dsp:nvSpPr>
        <dsp:cNvPr id="0" name=""/>
        <dsp:cNvSpPr/>
      </dsp:nvSpPr>
      <dsp:spPr>
        <a:xfrm rot="10800000">
          <a:off x="1231596" y="0"/>
          <a:ext cx="3879524" cy="101769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8774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Aim is to ease the burden and increase efficiency in the workshop</a:t>
          </a:r>
        </a:p>
      </dsp:txBody>
      <dsp:txXfrm rot="10800000">
        <a:off x="1486019" y="0"/>
        <a:ext cx="3625101" cy="1017693"/>
      </dsp:txXfrm>
    </dsp:sp>
    <dsp:sp modelId="{78178B10-68A1-4E60-A5B3-3D4DA6CFC453}">
      <dsp:nvSpPr>
        <dsp:cNvPr id="0" name=""/>
        <dsp:cNvSpPr/>
      </dsp:nvSpPr>
      <dsp:spPr>
        <a:xfrm>
          <a:off x="722750" y="0"/>
          <a:ext cx="1017693" cy="101769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88E23F-7483-4301-89C2-9006E75C5636}">
      <dsp:nvSpPr>
        <dsp:cNvPr id="0" name=""/>
        <dsp:cNvSpPr/>
      </dsp:nvSpPr>
      <dsp:spPr>
        <a:xfrm>
          <a:off x="7143" y="694785"/>
          <a:ext cx="2135187" cy="1281112"/>
        </a:xfrm>
        <a:prstGeom prst="roundRect">
          <a:avLst>
            <a:gd name="adj" fmla="val 10000"/>
          </a:avLst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User Type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“Windshield </a:t>
          </a:r>
          <a:r>
            <a:rPr lang="en-US" sz="2000" kern="1200" dirty="0" err="1"/>
            <a:t>Xforce</a:t>
          </a:r>
          <a:r>
            <a:rPr lang="en-US" sz="2000" kern="1200" dirty="0"/>
            <a:t>”</a:t>
          </a:r>
        </a:p>
      </dsp:txBody>
      <dsp:txXfrm>
        <a:off x="44665" y="732307"/>
        <a:ext cx="2060143" cy="1206068"/>
      </dsp:txXfrm>
    </dsp:sp>
    <dsp:sp modelId="{55EEF48A-C888-4B7B-90E9-504315BF12B7}">
      <dsp:nvSpPr>
        <dsp:cNvPr id="0" name=""/>
        <dsp:cNvSpPr/>
      </dsp:nvSpPr>
      <dsp:spPr>
        <a:xfrm>
          <a:off x="2355850" y="1070578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355850" y="1176483"/>
        <a:ext cx="316861" cy="317716"/>
      </dsp:txXfrm>
    </dsp:sp>
    <dsp:sp modelId="{579C828B-F47C-40E9-9CB2-C2FDD1E4E5D8}">
      <dsp:nvSpPr>
        <dsp:cNvPr id="0" name=""/>
        <dsp:cNvSpPr/>
      </dsp:nvSpPr>
      <dsp:spPr>
        <a:xfrm>
          <a:off x="2996406" y="694785"/>
          <a:ext cx="2135187" cy="1281112"/>
        </a:xfrm>
        <a:prstGeom prst="roundRect">
          <a:avLst>
            <a:gd name="adj" fmla="val 10000"/>
          </a:avLst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KIBO Finds Part Number and Stock Availability</a:t>
          </a:r>
        </a:p>
      </dsp:txBody>
      <dsp:txXfrm>
        <a:off x="3033928" y="732307"/>
        <a:ext cx="2060143" cy="1206068"/>
      </dsp:txXfrm>
    </dsp:sp>
    <dsp:sp modelId="{9E5DF40A-162E-45A4-B8D3-63D3F9E471ED}">
      <dsp:nvSpPr>
        <dsp:cNvPr id="0" name=""/>
        <dsp:cNvSpPr/>
      </dsp:nvSpPr>
      <dsp:spPr>
        <a:xfrm>
          <a:off x="5345112" y="1070578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345112" y="1176483"/>
        <a:ext cx="316861" cy="317716"/>
      </dsp:txXfrm>
    </dsp:sp>
    <dsp:sp modelId="{EFAA93E6-0F10-40B6-9216-0D9CA8B72C85}">
      <dsp:nvSpPr>
        <dsp:cNvPr id="0" name=""/>
        <dsp:cNvSpPr/>
      </dsp:nvSpPr>
      <dsp:spPr>
        <a:xfrm>
          <a:off x="5985668" y="694785"/>
          <a:ext cx="2135187" cy="1281112"/>
        </a:xfrm>
        <a:prstGeom prst="roundRect">
          <a:avLst>
            <a:gd name="adj" fmla="val 10000"/>
          </a:avLst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KIBO ask User if they want to order</a:t>
          </a:r>
        </a:p>
      </dsp:txBody>
      <dsp:txXfrm>
        <a:off x="6023190" y="732307"/>
        <a:ext cx="2060143" cy="12060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E7F9D3-8376-469A-BA8F-B83C4976DC3D}">
      <dsp:nvSpPr>
        <dsp:cNvPr id="0" name=""/>
        <dsp:cNvSpPr/>
      </dsp:nvSpPr>
      <dsp:spPr>
        <a:xfrm>
          <a:off x="1031169" y="1932070"/>
          <a:ext cx="369459" cy="29985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98598"/>
              </a:lnTo>
              <a:lnTo>
                <a:pt x="369459" y="299859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B13735-46C6-4B69-98CF-B07CF34F8612}">
      <dsp:nvSpPr>
        <dsp:cNvPr id="0" name=""/>
        <dsp:cNvSpPr/>
      </dsp:nvSpPr>
      <dsp:spPr>
        <a:xfrm>
          <a:off x="1031169" y="1932070"/>
          <a:ext cx="369459" cy="18661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6149"/>
              </a:lnTo>
              <a:lnTo>
                <a:pt x="369459" y="18661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1F533B-080A-4C2B-8A08-2393F471F60F}">
      <dsp:nvSpPr>
        <dsp:cNvPr id="0" name=""/>
        <dsp:cNvSpPr/>
      </dsp:nvSpPr>
      <dsp:spPr>
        <a:xfrm>
          <a:off x="1031169" y="1932070"/>
          <a:ext cx="369459" cy="7336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33699"/>
              </a:lnTo>
              <a:lnTo>
                <a:pt x="369459" y="73369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9685EF-E79B-4D5C-824E-4DE77BE02FD0}">
      <dsp:nvSpPr>
        <dsp:cNvPr id="0" name=""/>
        <dsp:cNvSpPr/>
      </dsp:nvSpPr>
      <dsp:spPr>
        <a:xfrm>
          <a:off x="1970674" y="799621"/>
          <a:ext cx="91440" cy="3349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494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62C3A0-2CC7-4488-9AF6-4BC8C31D0CC0}">
      <dsp:nvSpPr>
        <dsp:cNvPr id="0" name=""/>
        <dsp:cNvSpPr/>
      </dsp:nvSpPr>
      <dsp:spPr>
        <a:xfrm>
          <a:off x="696237" y="2121"/>
          <a:ext cx="2640313" cy="797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Admin </a:t>
          </a:r>
        </a:p>
      </dsp:txBody>
      <dsp:txXfrm>
        <a:off x="696237" y="2121"/>
        <a:ext cx="2640313" cy="797499"/>
      </dsp:txXfrm>
    </dsp:sp>
    <dsp:sp modelId="{DAE9749D-D17C-42ED-9722-F5214C782D33}">
      <dsp:nvSpPr>
        <dsp:cNvPr id="0" name=""/>
        <dsp:cNvSpPr/>
      </dsp:nvSpPr>
      <dsp:spPr>
        <a:xfrm>
          <a:off x="784863" y="1134571"/>
          <a:ext cx="2463061" cy="797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Central API (Gemini + Agent Search)</a:t>
          </a:r>
        </a:p>
      </dsp:txBody>
      <dsp:txXfrm>
        <a:off x="784863" y="1134571"/>
        <a:ext cx="2463061" cy="797499"/>
      </dsp:txXfrm>
    </dsp:sp>
    <dsp:sp modelId="{B3A901F8-24C4-409C-BC68-E22DAF6112CD}">
      <dsp:nvSpPr>
        <dsp:cNvPr id="0" name=""/>
        <dsp:cNvSpPr/>
      </dsp:nvSpPr>
      <dsp:spPr>
        <a:xfrm>
          <a:off x="1400628" y="2267020"/>
          <a:ext cx="1594999" cy="797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Branch A</a:t>
          </a:r>
        </a:p>
      </dsp:txBody>
      <dsp:txXfrm>
        <a:off x="1400628" y="2267020"/>
        <a:ext cx="1594999" cy="797499"/>
      </dsp:txXfrm>
    </dsp:sp>
    <dsp:sp modelId="{B54B4768-F2B4-47C8-80AE-49FAEFFE465B}">
      <dsp:nvSpPr>
        <dsp:cNvPr id="0" name=""/>
        <dsp:cNvSpPr/>
      </dsp:nvSpPr>
      <dsp:spPr>
        <a:xfrm>
          <a:off x="1400628" y="3399470"/>
          <a:ext cx="1594999" cy="797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Branch B</a:t>
          </a:r>
        </a:p>
      </dsp:txBody>
      <dsp:txXfrm>
        <a:off x="1400628" y="3399470"/>
        <a:ext cx="1594999" cy="797499"/>
      </dsp:txXfrm>
    </dsp:sp>
    <dsp:sp modelId="{37CD082A-0125-4A84-BB39-7FF3B2BE9C68}">
      <dsp:nvSpPr>
        <dsp:cNvPr id="0" name=""/>
        <dsp:cNvSpPr/>
      </dsp:nvSpPr>
      <dsp:spPr>
        <a:xfrm>
          <a:off x="1400628" y="4531919"/>
          <a:ext cx="1594999" cy="797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Branch C</a:t>
          </a:r>
        </a:p>
      </dsp:txBody>
      <dsp:txXfrm>
        <a:off x="1400628" y="4531919"/>
        <a:ext cx="1594999" cy="7974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37A89D-40A8-4422-A5FB-C98CBC4011E8}">
      <dsp:nvSpPr>
        <dsp:cNvPr id="0" name=""/>
        <dsp:cNvSpPr/>
      </dsp:nvSpPr>
      <dsp:spPr>
        <a:xfrm>
          <a:off x="336673" y="661"/>
          <a:ext cx="2247653" cy="773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Pilot (3 Branch)</a:t>
          </a:r>
        </a:p>
      </dsp:txBody>
      <dsp:txXfrm>
        <a:off x="359340" y="23328"/>
        <a:ext cx="2202319" cy="728572"/>
      </dsp:txXfrm>
    </dsp:sp>
    <dsp:sp modelId="{6BA90D0D-7ED5-45AA-912E-4695772BFB02}">
      <dsp:nvSpPr>
        <dsp:cNvPr id="0" name=""/>
        <dsp:cNvSpPr/>
      </dsp:nvSpPr>
      <dsp:spPr>
        <a:xfrm rot="5400000">
          <a:off x="1315392" y="793915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356022" y="822936"/>
        <a:ext cx="208955" cy="203150"/>
      </dsp:txXfrm>
    </dsp:sp>
    <dsp:sp modelId="{01F2ED44-A10E-467E-B6EC-D12136416EE7}">
      <dsp:nvSpPr>
        <dsp:cNvPr id="0" name=""/>
        <dsp:cNvSpPr/>
      </dsp:nvSpPr>
      <dsp:spPr>
        <a:xfrm>
          <a:off x="336673" y="1161520"/>
          <a:ext cx="2247653" cy="773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Evaluate Performance</a:t>
          </a:r>
        </a:p>
      </dsp:txBody>
      <dsp:txXfrm>
        <a:off x="359340" y="1184187"/>
        <a:ext cx="2202319" cy="728572"/>
      </dsp:txXfrm>
    </dsp:sp>
    <dsp:sp modelId="{60213BD0-21A8-4FA7-B11C-3C14CA9C3E75}">
      <dsp:nvSpPr>
        <dsp:cNvPr id="0" name=""/>
        <dsp:cNvSpPr/>
      </dsp:nvSpPr>
      <dsp:spPr>
        <a:xfrm rot="5400000">
          <a:off x="1315392" y="1954774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356022" y="1983795"/>
        <a:ext cx="208955" cy="203150"/>
      </dsp:txXfrm>
    </dsp:sp>
    <dsp:sp modelId="{720D6EA5-B3CD-498E-843D-5A6BCC02B605}">
      <dsp:nvSpPr>
        <dsp:cNvPr id="0" name=""/>
        <dsp:cNvSpPr/>
      </dsp:nvSpPr>
      <dsp:spPr>
        <a:xfrm>
          <a:off x="336673" y="2322380"/>
          <a:ext cx="2247653" cy="773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Fix Issues on Catalogs/application</a:t>
          </a:r>
          <a:endParaRPr lang="en-US" sz="1800" kern="1200" dirty="0"/>
        </a:p>
      </dsp:txBody>
      <dsp:txXfrm>
        <a:off x="359340" y="2345047"/>
        <a:ext cx="2202319" cy="728572"/>
      </dsp:txXfrm>
    </dsp:sp>
    <dsp:sp modelId="{B782AEE0-3EC2-4BBE-9EDC-80621C130166}">
      <dsp:nvSpPr>
        <dsp:cNvPr id="0" name=""/>
        <dsp:cNvSpPr/>
      </dsp:nvSpPr>
      <dsp:spPr>
        <a:xfrm rot="5400000">
          <a:off x="1315392" y="3115634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356022" y="3144655"/>
        <a:ext cx="208955" cy="203150"/>
      </dsp:txXfrm>
    </dsp:sp>
    <dsp:sp modelId="{4FA8387A-A70B-4DA3-8B72-4DF7DB04BA7E}">
      <dsp:nvSpPr>
        <dsp:cNvPr id="0" name=""/>
        <dsp:cNvSpPr/>
      </dsp:nvSpPr>
      <dsp:spPr>
        <a:xfrm>
          <a:off x="336673" y="3483239"/>
          <a:ext cx="2247653" cy="773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Expand to 10 Branches</a:t>
          </a:r>
          <a:endParaRPr lang="en-US" sz="1800" kern="1200" dirty="0"/>
        </a:p>
      </dsp:txBody>
      <dsp:txXfrm>
        <a:off x="359340" y="3505906"/>
        <a:ext cx="2202319" cy="728572"/>
      </dsp:txXfrm>
    </dsp:sp>
    <dsp:sp modelId="{ED008929-BA20-4C59-B4EF-D92398DB3F59}">
      <dsp:nvSpPr>
        <dsp:cNvPr id="0" name=""/>
        <dsp:cNvSpPr/>
      </dsp:nvSpPr>
      <dsp:spPr>
        <a:xfrm rot="5400000">
          <a:off x="1315392" y="4276493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356022" y="4305514"/>
        <a:ext cx="208955" cy="203150"/>
      </dsp:txXfrm>
    </dsp:sp>
    <dsp:sp modelId="{6DDB4A4C-0365-4A30-BDF5-9E049CC025D2}">
      <dsp:nvSpPr>
        <dsp:cNvPr id="0" name=""/>
        <dsp:cNvSpPr/>
      </dsp:nvSpPr>
      <dsp:spPr>
        <a:xfrm>
          <a:off x="336673" y="4644099"/>
          <a:ext cx="2247653" cy="773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Full Rollout</a:t>
          </a:r>
          <a:endParaRPr lang="en-US" sz="1800" kern="1200" dirty="0"/>
        </a:p>
      </dsp:txBody>
      <dsp:txXfrm>
        <a:off x="359340" y="4666766"/>
        <a:ext cx="2202319" cy="7285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D1B56D-54A6-4853-A922-0ADD4B5E1C33}">
      <dsp:nvSpPr>
        <dsp:cNvPr id="0" name=""/>
        <dsp:cNvSpPr/>
      </dsp:nvSpPr>
      <dsp:spPr>
        <a:xfrm>
          <a:off x="679050" y="578771"/>
          <a:ext cx="1887187" cy="18871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CF5D4F-18C2-45EF-98A7-D01217B4858B}">
      <dsp:nvSpPr>
        <dsp:cNvPr id="0" name=""/>
        <dsp:cNvSpPr/>
      </dsp:nvSpPr>
      <dsp:spPr>
        <a:xfrm>
          <a:off x="1081237" y="980959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403093-CA9F-400F-AE0C-7BCC292678E9}">
      <dsp:nvSpPr>
        <dsp:cNvPr id="0" name=""/>
        <dsp:cNvSpPr/>
      </dsp:nvSpPr>
      <dsp:spPr>
        <a:xfrm>
          <a:off x="75768" y="305377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UI/UX </a:t>
          </a:r>
          <a:r>
            <a:rPr lang="en-US" sz="2500" kern="1200">
              <a:sym typeface="Wingdings" panose="05000000000000000000" pitchFamily="2" charset="2"/>
            </a:rPr>
            <a:t></a:t>
          </a:r>
          <a:r>
            <a:rPr lang="en-US" sz="2500" kern="1200"/>
            <a:t> Tailwind CSS + JavaScript</a:t>
          </a:r>
        </a:p>
      </dsp:txBody>
      <dsp:txXfrm>
        <a:off x="75768" y="3053772"/>
        <a:ext cx="3093750" cy="720000"/>
      </dsp:txXfrm>
    </dsp:sp>
    <dsp:sp modelId="{2DBF0A44-89F8-4138-A84C-FA5512FA1C66}">
      <dsp:nvSpPr>
        <dsp:cNvPr id="0" name=""/>
        <dsp:cNvSpPr/>
      </dsp:nvSpPr>
      <dsp:spPr>
        <a:xfrm>
          <a:off x="4314206" y="578771"/>
          <a:ext cx="1887187" cy="18871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B1028F-7409-4607-A873-D23FD6920E71}">
      <dsp:nvSpPr>
        <dsp:cNvPr id="0" name=""/>
        <dsp:cNvSpPr/>
      </dsp:nvSpPr>
      <dsp:spPr>
        <a:xfrm>
          <a:off x="4716393" y="980959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2CC18A-CD0B-4D1E-965D-68AEDFB8F531}">
      <dsp:nvSpPr>
        <dsp:cNvPr id="0" name=""/>
        <dsp:cNvSpPr/>
      </dsp:nvSpPr>
      <dsp:spPr>
        <a:xfrm>
          <a:off x="3710925" y="305377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Backend </a:t>
          </a:r>
          <a:r>
            <a:rPr lang="en-US" sz="2500" kern="1200">
              <a:sym typeface="Wingdings" panose="05000000000000000000" pitchFamily="2" charset="2"/>
            </a:rPr>
            <a:t></a:t>
          </a:r>
          <a:r>
            <a:rPr lang="en-US" sz="2500" kern="1200"/>
            <a:t> FastAPI</a:t>
          </a:r>
        </a:p>
      </dsp:txBody>
      <dsp:txXfrm>
        <a:off x="3710925" y="3053772"/>
        <a:ext cx="3093750" cy="720000"/>
      </dsp:txXfrm>
    </dsp:sp>
    <dsp:sp modelId="{30DC0D2D-1562-41F9-85D4-A2FD31A469DF}">
      <dsp:nvSpPr>
        <dsp:cNvPr id="0" name=""/>
        <dsp:cNvSpPr/>
      </dsp:nvSpPr>
      <dsp:spPr>
        <a:xfrm>
          <a:off x="7949362" y="578771"/>
          <a:ext cx="1887187" cy="18871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E3AD00-5C6E-4C85-B605-A5F6C41BAE96}">
      <dsp:nvSpPr>
        <dsp:cNvPr id="0" name=""/>
        <dsp:cNvSpPr/>
      </dsp:nvSpPr>
      <dsp:spPr>
        <a:xfrm>
          <a:off x="8351550" y="980959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5BD51F-E429-4ABA-AA90-C899BE9D9225}">
      <dsp:nvSpPr>
        <dsp:cNvPr id="0" name=""/>
        <dsp:cNvSpPr/>
      </dsp:nvSpPr>
      <dsp:spPr>
        <a:xfrm>
          <a:off x="7346081" y="305377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Monitoring </a:t>
          </a:r>
          <a:r>
            <a:rPr lang="en-US" sz="2500" kern="1200">
              <a:sym typeface="Wingdings" panose="05000000000000000000" pitchFamily="2" charset="2"/>
            </a:rPr>
            <a:t> GCP MOnitoring</a:t>
          </a:r>
          <a:endParaRPr lang="en-US" sz="2500" kern="1200"/>
        </a:p>
      </dsp:txBody>
      <dsp:txXfrm>
        <a:off x="7346081" y="3053772"/>
        <a:ext cx="3093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4E49F-D6A4-4A9D-B932-1B70EB6A0365}">
      <dsp:nvSpPr>
        <dsp:cNvPr id="0" name=""/>
        <dsp:cNvSpPr/>
      </dsp:nvSpPr>
      <dsp:spPr>
        <a:xfrm>
          <a:off x="0" y="671"/>
          <a:ext cx="6263640" cy="157238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577496-AE57-446D-B68D-84EBDED196D3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EBE5D-F62D-4437-AA9D-45D6FBBB8214}">
      <dsp:nvSpPr>
        <dsp:cNvPr id="0" name=""/>
        <dsp:cNvSpPr/>
      </dsp:nvSpPr>
      <dsp:spPr>
        <a:xfrm>
          <a:off x="1816103" y="67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Cloud Run : Scalable serverless compute capped at 5 instances to guarantee zero-idle costs and budget protection.</a:t>
          </a:r>
        </a:p>
      </dsp:txBody>
      <dsp:txXfrm>
        <a:off x="1816103" y="671"/>
        <a:ext cx="4447536" cy="1572384"/>
      </dsp:txXfrm>
    </dsp:sp>
    <dsp:sp modelId="{5AA59578-4DE7-44CB-B2DB-AEB5E0CF22B7}">
      <dsp:nvSpPr>
        <dsp:cNvPr id="0" name=""/>
        <dsp:cNvSpPr/>
      </dsp:nvSpPr>
      <dsp:spPr>
        <a:xfrm>
          <a:off x="0" y="1966151"/>
          <a:ext cx="6263640" cy="157238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43A19A-B6C2-48F4-A995-148CD154C865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284149-BCFC-4AA1-89E6-1251E2AB1F08}">
      <dsp:nvSpPr>
        <dsp:cNvPr id="0" name=""/>
        <dsp:cNvSpPr/>
      </dsp:nvSpPr>
      <dsp:spPr>
        <a:xfrm>
          <a:off x="1816103" y="196615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Cloud SQL (Postgres): Fully managed relational database in Cloud</a:t>
          </a:r>
        </a:p>
      </dsp:txBody>
      <dsp:txXfrm>
        <a:off x="1816103" y="1966151"/>
        <a:ext cx="4447536" cy="1572384"/>
      </dsp:txXfrm>
    </dsp:sp>
    <dsp:sp modelId="{D3474348-6337-4E28-8F8E-14BA3F46EB0E}">
      <dsp:nvSpPr>
        <dsp:cNvPr id="0" name=""/>
        <dsp:cNvSpPr/>
      </dsp:nvSpPr>
      <dsp:spPr>
        <a:xfrm>
          <a:off x="0" y="3931632"/>
          <a:ext cx="6263640" cy="157238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51D217-BA89-4468-BE48-E6CFC6FA2E86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6292CA-6F12-4904-AA15-14880086983C}">
      <dsp:nvSpPr>
        <dsp:cNvPr id="0" name=""/>
        <dsp:cNvSpPr/>
      </dsp:nvSpPr>
      <dsp:spPr>
        <a:xfrm>
          <a:off x="1816103" y="3931632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Agent Search : AI-native semantic search engine delivering real-time external intelligence to LLM workflows.</a:t>
          </a:r>
        </a:p>
      </dsp:txBody>
      <dsp:txXfrm>
        <a:off x="1816103" y="3931632"/>
        <a:ext cx="4447536" cy="1572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104BF0-90C7-4210-82BB-A3F1B529F65D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88FDC-A478-4EA8-8054-C1B357B67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2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588FDC-A478-4EA8-8054-C1B357B67A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76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3A14-27E0-761E-2B57-89A04259E5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0F23F-D4B9-90F5-2FCC-422AC97D7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06162-22C1-FEC2-3355-83D3D090C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C1668-1A27-CA60-66CC-A4BD77634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14704-D689-C98B-3D60-E4B3BA72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24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6747-F46B-51F9-01DF-5F733C91E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2833-6343-433F-5EF7-39EFB58F1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61087-3A2D-692E-506C-CE8C650B4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968F5-BB7A-CC2A-144E-D83E9072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67292-AC3A-D7C6-876B-C717398D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12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EADF1-0D9C-0C8D-1C0F-DA4D7FAAA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5F390-86CB-B4D8-9E29-303C35E60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AD05-27ED-4DF9-3174-EBD07C834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D000D-26F6-E302-58EF-B81F8E044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C923A-A7D5-C516-804F-B3B975BD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4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FEE17-AEE2-5911-10AF-D387838D2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B3671-2861-0605-254B-B6619DEE5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611AF-0D9D-FD46-730F-1ED0C123F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E66F4-C3EA-FB95-0241-F9DACF48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6B948-0E04-F268-6719-306BFF0A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096F3-2812-9C3D-14BB-AAFDE1DF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51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BEA80-862F-A51E-0231-646EA02D2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232DB-6D55-D7B0-8ECC-DC7BC71E5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C465-62BA-F4D8-ABEE-DFB5BAA18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B06AE0-67D1-20C1-4EE9-F102414F0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D04A1-68F5-7ED8-F251-44D83FC5D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C96E3-4774-4D3E-6152-81B12255A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347119-62A7-60F6-93C2-B49DAE5C4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776A58-83CF-B068-17BF-B40CA17B8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3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6587-53B3-3BB8-728C-E9FBE860D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E78A1C-0D55-7193-FF56-124BA201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6CFE92-1674-39E1-D9D6-76CCFE0C6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D644DF-F46B-BA37-C5E8-4DD07CFD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49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AB4393-C362-DA28-F2D2-C70D4602D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6B958-B157-CE8A-8509-E629CAA08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AEA7D-8684-9274-7F21-B0E22D9FB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66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ACD9-7263-B419-579E-8CF7F7D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F46E1-9607-C98D-0FF8-1D420EA81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9322C-7306-D734-4046-5707BBE87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E03B6-FA24-DBEC-3980-DFA9FA37F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F3292-7DDD-96B4-113C-556E1CA1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2874B-1549-DBC4-9262-0BE8EE87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06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95D25-F911-0F0C-940B-1913EAEFB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84555-F0CB-BF0B-E23C-4730C147F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68645-F07B-D281-D94A-50D61BF28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9B4D8-0C60-5E97-C786-F0989FF79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51576-F5FE-F688-9170-68C6EC0E0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A8290-A84E-4A6B-86C6-090D9330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3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6DB0F-1AF1-0A3D-2BA6-6E69E430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92F5B-D662-AB21-9674-21E172EA3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A690-6F43-F46B-73BB-4A0E1512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5C417-E057-02D8-D5D7-555F5EC50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AB405-6AD2-EFD3-5F20-BF7F764E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6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E7D929-CA2D-4D6A-3073-EE736FBE7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C37EE-AF20-8D7C-465C-9C2BF284C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E5E8C-0B2D-31F3-FF15-F75CC3E49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DB1F0-DD67-2D6A-9B0E-6B0B0C08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81347-00EA-ABD5-951A-9F5DF46D9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92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F64E4-35B9-6454-7A93-3FB49847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2728E-AE15-E05A-5544-6297E7679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FCD73-828E-80C0-D85F-0E9A5DB4E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55188-8CF1-4B03-9D93-5C8EA6A8D1B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6DF0C-B52B-3282-44DA-0AB563E06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F0387-2C88-167B-0836-EA7FBE4E5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5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Mitsubishi Logo Meaning and History [Mitsubishi symbol]">
            <a:extLst>
              <a:ext uri="{FF2B5EF4-FFF2-40B4-BE49-F238E27FC236}">
                <a16:creationId xmlns:a16="http://schemas.microsoft.com/office/drawing/2014/main" id="{F83529A6-0D49-3C1F-2554-0AD1A0A22B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80"/>
          <a:stretch>
            <a:fillRect/>
          </a:stretch>
        </p:blipFill>
        <p:spPr bwMode="auto">
          <a:xfrm>
            <a:off x="20" y="1108945"/>
            <a:ext cx="12191980" cy="44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FF8133-794A-5B1E-E48A-F89FA4C50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08945"/>
            <a:ext cx="9144000" cy="2900518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rgbClr val="FFFFFF"/>
                </a:solidFill>
              </a:rPr>
              <a:t>KIBO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E43DF-85AF-5B7C-CDEE-8D6741D40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ja-JP" altLang="en-US" sz="4400" b="1" dirty="0">
                <a:solidFill>
                  <a:srgbClr val="FFFFFF"/>
                </a:solidFill>
              </a:rPr>
              <a:t>希望</a:t>
            </a:r>
            <a:endParaRPr lang="en-US" sz="4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504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46AB8-5600-731E-425A-85AD6CE0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FB5E16A-9395-B1EE-8B70-07BECB660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4A8D4-144B-8077-E5D3-AC63E2A80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Workshop Real Life Statistic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14DDB53-E3F4-AB97-CC12-C4040F2A0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A571F65-9239-2062-7639-83A44AB8ED76}"/>
              </a:ext>
            </a:extLst>
          </p:cNvPr>
          <p:cNvSpPr/>
          <p:nvPr/>
        </p:nvSpPr>
        <p:spPr>
          <a:xfrm flipH="1">
            <a:off x="8129870" y="1412488"/>
            <a:ext cx="122872" cy="3877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04B41-53B9-F612-32EA-C83F9E045A89}"/>
              </a:ext>
            </a:extLst>
          </p:cNvPr>
          <p:cNvSpPr txBox="1"/>
          <p:nvPr/>
        </p:nvSpPr>
        <p:spPr>
          <a:xfrm>
            <a:off x="9143068" y="6071500"/>
            <a:ext cx="316878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https://www.gaikindo.or.id/indonesias-vehicle-retail-sales-january-december-2025/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795E3D-8917-763D-A0EF-E87F7F79AF8C}"/>
              </a:ext>
            </a:extLst>
          </p:cNvPr>
          <p:cNvSpPr/>
          <p:nvPr/>
        </p:nvSpPr>
        <p:spPr>
          <a:xfrm>
            <a:off x="4260421" y="2624068"/>
            <a:ext cx="2855313" cy="133369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F378C698-31EB-7835-FF53-A5A6FB1A2805}"/>
              </a:ext>
            </a:extLst>
          </p:cNvPr>
          <p:cNvSpPr txBox="1"/>
          <p:nvPr/>
        </p:nvSpPr>
        <p:spPr>
          <a:xfrm>
            <a:off x="4465148" y="2747426"/>
            <a:ext cx="2427016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4800" b="1">
                <a:solidFill>
                  <a:srgbClr val="D71921"/>
                </a:solidFill>
                <a:latin typeface="Arial"/>
              </a:defRPr>
            </a:pPr>
            <a:r>
              <a:rPr sz="4000" dirty="0"/>
              <a:t>297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rPr dirty="0"/>
              <a:t>Total Authorized Dealers &amp; Service Centers nationwide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3E43AE-E418-C9F0-B4F5-99C41219EA3A}"/>
              </a:ext>
            </a:extLst>
          </p:cNvPr>
          <p:cNvSpPr/>
          <p:nvPr/>
        </p:nvSpPr>
        <p:spPr>
          <a:xfrm>
            <a:off x="4260421" y="187106"/>
            <a:ext cx="2333882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F13EB9B-9D96-657F-8CA2-E6803241BCAD}"/>
              </a:ext>
            </a:extLst>
          </p:cNvPr>
          <p:cNvSpPr txBox="1"/>
          <p:nvPr/>
        </p:nvSpPr>
        <p:spPr>
          <a:xfrm>
            <a:off x="4534740" y="461426"/>
            <a:ext cx="1944902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4800" b="1">
                <a:solidFill>
                  <a:srgbClr val="D71921"/>
                </a:solidFill>
                <a:latin typeface="Arial"/>
              </a:defRPr>
            </a:pPr>
            <a:r>
              <a:rPr sz="4000" dirty="0"/>
              <a:t>8.5%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rPr dirty="0"/>
              <a:t>National Market Share achieved in Indonesia (2025)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3E37CA-9B40-A17A-E9CA-E9A977E6C7C0}"/>
              </a:ext>
            </a:extLst>
          </p:cNvPr>
          <p:cNvSpPr/>
          <p:nvPr/>
        </p:nvSpPr>
        <p:spPr>
          <a:xfrm>
            <a:off x="6962929" y="187106"/>
            <a:ext cx="2333882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7E56EEE8-BA0D-4C12-A265-F9E94332EA4D}"/>
              </a:ext>
            </a:extLst>
          </p:cNvPr>
          <p:cNvSpPr txBox="1"/>
          <p:nvPr/>
        </p:nvSpPr>
        <p:spPr>
          <a:xfrm>
            <a:off x="7237248" y="461426"/>
            <a:ext cx="1944902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4800" b="1">
                <a:solidFill>
                  <a:srgbClr val="D71921"/>
                </a:solidFill>
                <a:latin typeface="Arial"/>
              </a:defRPr>
            </a:pPr>
            <a:r>
              <a:rPr sz="3600" dirty="0"/>
              <a:t>70,000+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Retail Sales Units recorded within a single calendar year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35EA98-9C52-DD93-974E-880D3FD27AEA}"/>
              </a:ext>
            </a:extLst>
          </p:cNvPr>
          <p:cNvSpPr/>
          <p:nvPr/>
        </p:nvSpPr>
        <p:spPr>
          <a:xfrm>
            <a:off x="9571130" y="187107"/>
            <a:ext cx="45719" cy="2011680"/>
          </a:xfrm>
          <a:prstGeom prst="rect">
            <a:avLst/>
          </a:prstGeom>
          <a:solidFill>
            <a:srgbClr val="D7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101903DA-31D9-132A-EF14-46F85C6E6F55}"/>
              </a:ext>
            </a:extLst>
          </p:cNvPr>
          <p:cNvSpPr txBox="1"/>
          <p:nvPr/>
        </p:nvSpPr>
        <p:spPr>
          <a:xfrm>
            <a:off x="9665437" y="187106"/>
            <a:ext cx="2124046" cy="20499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defRPr sz="1400">
                <a:solidFill>
                  <a:srgbClr val="1E293B"/>
                </a:solidFill>
                <a:latin typeface="Arial"/>
              </a:defRPr>
            </a:pPr>
            <a:r>
              <a:rPr sz="1100" dirty="0"/>
              <a:t>Despite intensive market challenges, Mitsubishi Motors successfully increased its commercial footprint. This high-volume acquisition means that the cumulative pool of vehicles requiring downstream service compounding grows exponentially year-over-year.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398FE1-23B6-35F0-4094-E1CCA38C6830}"/>
              </a:ext>
            </a:extLst>
          </p:cNvPr>
          <p:cNvSpPr/>
          <p:nvPr/>
        </p:nvSpPr>
        <p:spPr>
          <a:xfrm>
            <a:off x="7317105" y="2624068"/>
            <a:ext cx="45719" cy="1333698"/>
          </a:xfrm>
          <a:prstGeom prst="rect">
            <a:avLst/>
          </a:prstGeom>
          <a:solidFill>
            <a:srgbClr val="D7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F4395B0B-CD6A-9522-E804-259D0E2DB540}"/>
              </a:ext>
            </a:extLst>
          </p:cNvPr>
          <p:cNvSpPr txBox="1"/>
          <p:nvPr/>
        </p:nvSpPr>
        <p:spPr>
          <a:xfrm>
            <a:off x="7445120" y="2624068"/>
            <a:ext cx="2978837" cy="16098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defRPr sz="1400">
                <a:solidFill>
                  <a:srgbClr val="1E293B"/>
                </a:solidFill>
                <a:latin typeface="Arial"/>
              </a:defRPr>
            </a:pPr>
            <a:r>
              <a:rPr lang="en-US" sz="1100" dirty="0"/>
              <a:t>Mitsubishi relies on a network of just 297 authorized centers to service the entire national fleet; Out of these 297 locations, not all facilities are equipped to handle complex mechanical services, paint, or advanced component repairs.</a:t>
            </a:r>
            <a:br>
              <a:rPr lang="en-US" sz="1100" dirty="0"/>
            </a:br>
            <a:endParaRPr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86B50A-B559-866C-D8E9-C29797D662AB}"/>
              </a:ext>
            </a:extLst>
          </p:cNvPr>
          <p:cNvSpPr/>
          <p:nvPr/>
        </p:nvSpPr>
        <p:spPr>
          <a:xfrm>
            <a:off x="4260421" y="4233932"/>
            <a:ext cx="4719443" cy="222462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154F2E92-96E1-1F62-95D8-74DE349AAABD}"/>
              </a:ext>
            </a:extLst>
          </p:cNvPr>
          <p:cNvSpPr txBox="1"/>
          <p:nvPr/>
        </p:nvSpPr>
        <p:spPr>
          <a:xfrm>
            <a:off x="4465149" y="4320485"/>
            <a:ext cx="3787594" cy="19591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>
                <a:solidFill>
                  <a:srgbClr val="1E293B"/>
                </a:solidFill>
                <a:latin typeface="Arial"/>
              </a:defRPr>
            </a:pPr>
            <a:r>
              <a:rPr lang="en-US" dirty="0"/>
              <a:t>High Ratio Imbalance	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400">
                <a:solidFill>
                  <a:srgbClr val="1E293B"/>
                </a:solidFill>
                <a:latin typeface="Arial"/>
              </a:defRPr>
            </a:pPr>
            <a:r>
              <a:rPr lang="en-US" sz="1000" dirty="0"/>
              <a:t>The massive volume mismatch creates an intense administrative burden directly on field mechanics. Technicians spend significant fractions of their billable hours searching and procuring components rather than fixing vehicles.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E293B"/>
                </a:solidFill>
                <a:latin typeface="Arial"/>
              </a:defRPr>
            </a:pPr>
            <a:r>
              <a:rPr sz="1000" dirty="0"/>
              <a:t>This </a:t>
            </a:r>
            <a:r>
              <a:rPr lang="en-US" sz="1000" dirty="0"/>
              <a:t>has not factor in that </a:t>
            </a:r>
            <a:r>
              <a:rPr sz="1000" dirty="0"/>
              <a:t>workflow bottleneck intensifies drastically prior to major national festive events, such as Mudik / </a:t>
            </a:r>
            <a:r>
              <a:rPr sz="1000" dirty="0" err="1"/>
              <a:t>Lebaran</a:t>
            </a:r>
            <a:r>
              <a:rPr sz="1000" dirty="0"/>
              <a:t> and Christmas holidays</a:t>
            </a:r>
            <a:r>
              <a:rPr lang="en-US" sz="1000" dirty="0"/>
              <a:t>.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08592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ECDCC-68C0-5681-8A74-D36D8AA82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15569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 Bottleneck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E317A-BFAF-F46A-64C5-A4A649B7F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75" y="1712459"/>
            <a:ext cx="2744650" cy="56637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</a:rPr>
              <a:t>Time is Money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2828-E855-E017-18D7-4D861EFAE551}"/>
              </a:ext>
            </a:extLst>
          </p:cNvPr>
          <p:cNvSpPr txBox="1"/>
          <p:nvPr/>
        </p:nvSpPr>
        <p:spPr>
          <a:xfrm>
            <a:off x="905237" y="2564830"/>
            <a:ext cx="103815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Mechanics have to traverse a complex system, navigate complex catalogs, decoding manuals, then checking stock.</a:t>
            </a:r>
          </a:p>
          <a:p>
            <a:endParaRPr lang="en-US" sz="2400" dirty="0"/>
          </a:p>
          <a:p>
            <a:pPr algn="ctr"/>
            <a:r>
              <a:rPr lang="en-US" sz="2400" dirty="0"/>
              <a:t>This causes slower processes in maintenance, delayed repairs, frustrated customers.</a:t>
            </a:r>
          </a:p>
        </p:txBody>
      </p:sp>
    </p:spTree>
    <p:extLst>
      <p:ext uri="{BB962C8B-B14F-4D97-AF65-F5344CB8AC3E}">
        <p14:creationId xmlns:p14="http://schemas.microsoft.com/office/powerpoint/2010/main" val="2329613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4BAF-C56B-E8A8-75B3-E05D8B18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35684" cy="1163185"/>
          </a:xfrm>
        </p:spPr>
        <p:txBody>
          <a:bodyPr/>
          <a:lstStyle/>
          <a:p>
            <a:r>
              <a:rPr lang="en-US" dirty="0"/>
              <a:t>Real Life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4286F2-D26F-3513-B10E-A42B62A7CFB3}"/>
              </a:ext>
            </a:extLst>
          </p:cNvPr>
          <p:cNvSpPr/>
          <p:nvPr/>
        </p:nvSpPr>
        <p:spPr>
          <a:xfrm>
            <a:off x="639397" y="1528310"/>
            <a:ext cx="4534487" cy="41780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A0994-FA91-8005-A426-63677C73F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6581"/>
            <a:ext cx="4335684" cy="39038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Bob is a mechanic in Mitsubishi Service Center in Sunter, it is a Saturday, it is a busy floor today, a lot of customers enter at the start of the day requiring daily maintenance.</a:t>
            </a:r>
          </a:p>
          <a:p>
            <a:pPr marL="0" indent="0">
              <a:buNone/>
            </a:pPr>
            <a:r>
              <a:rPr lang="en-US" dirty="0"/>
              <a:t>He has to match parts of </a:t>
            </a:r>
            <a:r>
              <a:rPr lang="en-US" b="1" dirty="0"/>
              <a:t>Each</a:t>
            </a:r>
            <a:r>
              <a:rPr lang="en-US" dirty="0"/>
              <a:t> car that enters while working on it, while the clock ticks away.</a:t>
            </a:r>
          </a:p>
        </p:txBody>
      </p:sp>
      <p:pic>
        <p:nvPicPr>
          <p:cNvPr id="5126" name="Picture 6" descr="Tired Mechanic at Work">
            <a:extLst>
              <a:ext uri="{FF2B5EF4-FFF2-40B4-BE49-F238E27FC236}">
                <a16:creationId xmlns:a16="http://schemas.microsoft.com/office/drawing/2014/main" id="{DB4B9BAB-283F-200E-B852-C4EEE4F22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889" y="1528310"/>
            <a:ext cx="6445528" cy="380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372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BB517-BA7F-2881-3222-385DB8E1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FD288E7-C596-D018-E983-69389F298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67F3F-9DB3-F614-BC2C-C07FEE413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179" y="1057276"/>
            <a:ext cx="4666488" cy="745390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Solution : </a:t>
            </a:r>
            <a:r>
              <a:rPr lang="en-US" sz="4800" dirty="0">
                <a:solidFill>
                  <a:srgbClr val="C00000"/>
                </a:solidFill>
              </a:rPr>
              <a:t>KIBO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FBAC7-8E1A-1D97-8784-1FB84B01B01C}"/>
              </a:ext>
            </a:extLst>
          </p:cNvPr>
          <p:cNvSpPr/>
          <p:nvPr/>
        </p:nvSpPr>
        <p:spPr>
          <a:xfrm>
            <a:off x="494340" y="1892431"/>
            <a:ext cx="5493155" cy="234086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21D89F-23F7-AF34-78CC-BEA19299DCBB}"/>
              </a:ext>
            </a:extLst>
          </p:cNvPr>
          <p:cNvSpPr txBox="1"/>
          <p:nvPr/>
        </p:nvSpPr>
        <p:spPr>
          <a:xfrm>
            <a:off x="598656" y="1978303"/>
            <a:ext cx="5388839" cy="21691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ts val="1200"/>
              </a:spcBef>
              <a:defRPr sz="1400">
                <a:solidFill>
                  <a:srgbClr val="1E293B"/>
                </a:solidFill>
                <a:latin typeface="Arial"/>
              </a:defRPr>
            </a:pPr>
            <a:r>
              <a:rPr dirty="0"/>
              <a:t>• Natural Language Processing</a:t>
            </a:r>
            <a:r>
              <a:rPr lang="en-US" dirty="0"/>
              <a:t> </a:t>
            </a:r>
            <a:r>
              <a:rPr dirty="0"/>
              <a:t>: Users simply write or voice what component is wanted from the vehicle in</a:t>
            </a:r>
            <a:r>
              <a:rPr lang="en-US" dirty="0"/>
              <a:t> text</a:t>
            </a:r>
            <a:r>
              <a:rPr dirty="0"/>
              <a:t>.</a:t>
            </a:r>
            <a:br>
              <a:rPr dirty="0"/>
            </a:br>
            <a:r>
              <a:rPr dirty="0"/>
              <a:t>• Automated Execution</a:t>
            </a:r>
            <a:r>
              <a:rPr lang="en-US" dirty="0"/>
              <a:t> </a:t>
            </a:r>
            <a:r>
              <a:rPr dirty="0"/>
              <a:t>: KIBO parses the intent, queries semantic asset documentation, automatically locates the specific part ID, and validates live warehouse stock inventory.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Faster Allocation </a:t>
            </a:r>
            <a:r>
              <a:rPr dirty="0"/>
              <a:t>: Mechanized stock allocation takes seconds instead of manual hours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6A0B3C-08FF-71E6-9CB4-9F1CF8066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506" y="770936"/>
            <a:ext cx="5873710" cy="531612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75D481-77BE-9CF8-A608-4CEF7FF574A1}"/>
              </a:ext>
            </a:extLst>
          </p:cNvPr>
          <p:cNvSpPr/>
          <p:nvPr/>
        </p:nvSpPr>
        <p:spPr>
          <a:xfrm>
            <a:off x="854942" y="4557140"/>
            <a:ext cx="4717621" cy="1243584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480C8E1D-4789-63F4-1BD6-8866CF74DB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4141309"/>
              </p:ext>
            </p:extLst>
          </p:nvPr>
        </p:nvGraphicFramePr>
        <p:xfrm>
          <a:off x="259899" y="4679229"/>
          <a:ext cx="5833872" cy="1017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3F3D0FED-7EC3-DB35-5E34-659A4EA384A0}"/>
              </a:ext>
            </a:extLst>
          </p:cNvPr>
          <p:cNvSpPr/>
          <p:nvPr/>
        </p:nvSpPr>
        <p:spPr>
          <a:xfrm>
            <a:off x="4385692" y="1096405"/>
            <a:ext cx="1581339" cy="667133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0E4FA84D-2379-E968-2EF5-40E5297CEE3C}"/>
              </a:ext>
            </a:extLst>
          </p:cNvPr>
          <p:cNvSpPr txBox="1"/>
          <p:nvPr/>
        </p:nvSpPr>
        <p:spPr>
          <a:xfrm>
            <a:off x="4382256" y="1080418"/>
            <a:ext cx="15847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800" b="1">
                <a:solidFill>
                  <a:srgbClr val="D71921"/>
                </a:solidFill>
                <a:latin typeface="Arial"/>
              </a:defRPr>
            </a:pPr>
            <a:r>
              <a:rPr lang="en-US" sz="2000" dirty="0"/>
              <a:t>Agentic AI-Driven</a:t>
            </a:r>
          </a:p>
        </p:txBody>
      </p:sp>
    </p:spTree>
    <p:extLst>
      <p:ext uri="{BB962C8B-B14F-4D97-AF65-F5344CB8AC3E}">
        <p14:creationId xmlns:p14="http://schemas.microsoft.com/office/powerpoint/2010/main" val="1757104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50BC60-BB81-C6FA-7834-63B7CF9B63E2}"/>
              </a:ext>
            </a:extLst>
          </p:cNvPr>
          <p:cNvSpPr/>
          <p:nvPr/>
        </p:nvSpPr>
        <p:spPr>
          <a:xfrm>
            <a:off x="3349422" y="922386"/>
            <a:ext cx="5493155" cy="947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05806-8270-4FCB-A4DD-12CA93DDA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346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KIBO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453E9-AD8A-9959-3341-8710160A5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9028"/>
            <a:ext cx="10515600" cy="94772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User simply write what is wanted from the car, KIBO will find and request what is needed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11C3840-C1D4-A3F2-FC44-AE160DE659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8761894"/>
              </p:ext>
            </p:extLst>
          </p:nvPr>
        </p:nvGraphicFramePr>
        <p:xfrm>
          <a:off x="2032000" y="2532888"/>
          <a:ext cx="8128000" cy="2670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9800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65493B-B05C-C413-E570-07635A1706EA}"/>
              </a:ext>
            </a:extLst>
          </p:cNvPr>
          <p:cNvSpPr/>
          <p:nvPr/>
        </p:nvSpPr>
        <p:spPr>
          <a:xfrm>
            <a:off x="8009058" y="6115609"/>
            <a:ext cx="1465007" cy="72913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1D5FAF-EFCF-FA7D-DC40-0FACE6AA5D39}"/>
              </a:ext>
            </a:extLst>
          </p:cNvPr>
          <p:cNvSpPr/>
          <p:nvPr/>
        </p:nvSpPr>
        <p:spPr>
          <a:xfrm>
            <a:off x="10726992" y="3429000"/>
            <a:ext cx="1465007" cy="175432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01CED0-D221-3EF9-0209-B466DF08D58A}"/>
              </a:ext>
            </a:extLst>
          </p:cNvPr>
          <p:cNvSpPr/>
          <p:nvPr/>
        </p:nvSpPr>
        <p:spPr>
          <a:xfrm>
            <a:off x="8180439" y="2047658"/>
            <a:ext cx="1465007" cy="82517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6E6C9D-EFF3-96F7-94F8-1ED5A9B45186}"/>
              </a:ext>
            </a:extLst>
          </p:cNvPr>
          <p:cNvSpPr/>
          <p:nvPr/>
        </p:nvSpPr>
        <p:spPr>
          <a:xfrm>
            <a:off x="8200102" y="1232377"/>
            <a:ext cx="1465007" cy="56217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FAAB07-BA9C-7DAC-F8CA-C54E744A2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55" y="572755"/>
            <a:ext cx="6592970" cy="61033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3E7884-A437-85F4-4123-E8090896228E}"/>
              </a:ext>
            </a:extLst>
          </p:cNvPr>
          <p:cNvSpPr/>
          <p:nvPr/>
        </p:nvSpPr>
        <p:spPr>
          <a:xfrm>
            <a:off x="4847303" y="1219200"/>
            <a:ext cx="1838632" cy="560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897851-6AF5-0264-34BE-5CCDF385F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39" t="27370" r="21301" b="25799"/>
          <a:stretch>
            <a:fillRect/>
          </a:stretch>
        </p:blipFill>
        <p:spPr>
          <a:xfrm>
            <a:off x="6995650" y="3167967"/>
            <a:ext cx="3401962" cy="2703871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6B19171C-F56F-9AB1-91ED-CE5572D93928}"/>
              </a:ext>
            </a:extLst>
          </p:cNvPr>
          <p:cNvCxnSpPr>
            <a:stCxn id="6" idx="3"/>
          </p:cNvCxnSpPr>
          <p:nvPr/>
        </p:nvCxnSpPr>
        <p:spPr>
          <a:xfrm flipV="1">
            <a:off x="6685935" y="1499419"/>
            <a:ext cx="1514168" cy="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D19770D-DF3D-B67F-6BBD-B6DDAC7DEB7E}"/>
              </a:ext>
            </a:extLst>
          </p:cNvPr>
          <p:cNvSpPr txBox="1"/>
          <p:nvPr/>
        </p:nvSpPr>
        <p:spPr>
          <a:xfrm>
            <a:off x="8200103" y="1314753"/>
            <a:ext cx="1465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request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4CE08-1F5B-AEA3-34BC-5EF23FCD6D60}"/>
              </a:ext>
            </a:extLst>
          </p:cNvPr>
          <p:cNvSpPr/>
          <p:nvPr/>
        </p:nvSpPr>
        <p:spPr>
          <a:xfrm>
            <a:off x="2836606" y="2092124"/>
            <a:ext cx="3642852" cy="560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37A0316-1A78-599A-CC35-4568C78CDD4A}"/>
              </a:ext>
            </a:extLst>
          </p:cNvPr>
          <p:cNvCxnSpPr>
            <a:cxnSpLocks/>
          </p:cNvCxnSpPr>
          <p:nvPr/>
        </p:nvCxnSpPr>
        <p:spPr>
          <a:xfrm flipV="1">
            <a:off x="6479458" y="2372342"/>
            <a:ext cx="1514168" cy="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C8573B-A77E-9304-C422-19316A902198}"/>
              </a:ext>
            </a:extLst>
          </p:cNvPr>
          <p:cNvSpPr txBox="1"/>
          <p:nvPr/>
        </p:nvSpPr>
        <p:spPr>
          <a:xfrm>
            <a:off x="8200102" y="1946131"/>
            <a:ext cx="1538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KIBO Search and Query Result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F431D01-75B3-BAE9-7332-3BCBB20D37FD}"/>
              </a:ext>
            </a:extLst>
          </p:cNvPr>
          <p:cNvCxnSpPr>
            <a:cxnSpLocks/>
            <a:stCxn id="14" idx="3"/>
            <a:endCxn id="8" idx="0"/>
          </p:cNvCxnSpPr>
          <p:nvPr/>
        </p:nvCxnSpPr>
        <p:spPr>
          <a:xfrm flipH="1">
            <a:off x="8696631" y="2407796"/>
            <a:ext cx="1041729" cy="760171"/>
          </a:xfrm>
          <a:prstGeom prst="bentConnector4">
            <a:avLst>
              <a:gd name="adj1" fmla="val -21944"/>
              <a:gd name="adj2" fmla="val 8036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096D8CA-A4F8-1C6A-8E79-010AB6E46327}"/>
              </a:ext>
            </a:extLst>
          </p:cNvPr>
          <p:cNvSpPr/>
          <p:nvPr/>
        </p:nvSpPr>
        <p:spPr>
          <a:xfrm>
            <a:off x="7138218" y="5141534"/>
            <a:ext cx="3170494" cy="560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65A717-A477-0443-E356-1A16C03C6CC9}"/>
              </a:ext>
            </a:extLst>
          </p:cNvPr>
          <p:cNvSpPr txBox="1"/>
          <p:nvPr/>
        </p:nvSpPr>
        <p:spPr>
          <a:xfrm>
            <a:off x="8009058" y="6151225"/>
            <a:ext cx="1465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can Place Order 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271A9A2-D9BB-2EC1-779A-D48C98CCD5D1}"/>
              </a:ext>
            </a:extLst>
          </p:cNvPr>
          <p:cNvCxnSpPr>
            <a:stCxn id="19" idx="2"/>
          </p:cNvCxnSpPr>
          <p:nvPr/>
        </p:nvCxnSpPr>
        <p:spPr>
          <a:xfrm rot="5400000">
            <a:off x="8525436" y="5900002"/>
            <a:ext cx="396059" cy="12700"/>
          </a:xfrm>
          <a:prstGeom prst="bentConnector3">
            <a:avLst>
              <a:gd name="adj1" fmla="val 10709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E39DDB6-D7F8-6632-AF1B-4A0AAF94FAF8}"/>
              </a:ext>
            </a:extLst>
          </p:cNvPr>
          <p:cNvSpPr/>
          <p:nvPr/>
        </p:nvSpPr>
        <p:spPr>
          <a:xfrm>
            <a:off x="7111383" y="3244219"/>
            <a:ext cx="3170494" cy="17770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137B41-CB03-45DC-1CCF-33FACF5E5168}"/>
              </a:ext>
            </a:extLst>
          </p:cNvPr>
          <p:cNvSpPr txBox="1"/>
          <p:nvPr/>
        </p:nvSpPr>
        <p:spPr>
          <a:xfrm>
            <a:off x="10726993" y="3429000"/>
            <a:ext cx="14650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Information;</a:t>
            </a:r>
          </a:p>
          <a:p>
            <a:r>
              <a:rPr lang="en-US" dirty="0"/>
              <a:t>-    Name</a:t>
            </a:r>
          </a:p>
          <a:p>
            <a:r>
              <a:rPr lang="en-US" dirty="0"/>
              <a:t>-    Car Type</a:t>
            </a:r>
          </a:p>
          <a:p>
            <a:pPr marL="285750" indent="-285750">
              <a:buFontTx/>
              <a:buChar char="-"/>
            </a:pPr>
            <a:r>
              <a:rPr lang="en-US" dirty="0"/>
              <a:t>Part ID</a:t>
            </a:r>
          </a:p>
          <a:p>
            <a:pPr marL="285750" indent="-285750">
              <a:buFontTx/>
              <a:buChar char="-"/>
            </a:pPr>
            <a:r>
              <a:rPr lang="en-US" dirty="0"/>
              <a:t>Unit Available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E29FD9D0-8E7F-16F2-1123-46765A81F304}"/>
              </a:ext>
            </a:extLst>
          </p:cNvPr>
          <p:cNvCxnSpPr>
            <a:stCxn id="24" idx="3"/>
            <a:endCxn id="28" idx="1"/>
          </p:cNvCxnSpPr>
          <p:nvPr/>
        </p:nvCxnSpPr>
        <p:spPr>
          <a:xfrm>
            <a:off x="10281877" y="4132757"/>
            <a:ext cx="445116" cy="173406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1060D72-3598-1CFD-0EBD-8D7DFFC06DD3}"/>
              </a:ext>
            </a:extLst>
          </p:cNvPr>
          <p:cNvSpPr/>
          <p:nvPr/>
        </p:nvSpPr>
        <p:spPr>
          <a:xfrm>
            <a:off x="3397043" y="2969225"/>
            <a:ext cx="3288891" cy="560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D90E18-C30D-D1FF-EC54-E9343CE34A63}"/>
              </a:ext>
            </a:extLst>
          </p:cNvPr>
          <p:cNvSpPr txBox="1"/>
          <p:nvPr/>
        </p:nvSpPr>
        <p:spPr>
          <a:xfrm>
            <a:off x="4085300" y="3856439"/>
            <a:ext cx="191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Confirmation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CA5EA88D-20CA-0164-3670-32E6DE2DE219}"/>
              </a:ext>
            </a:extLst>
          </p:cNvPr>
          <p:cNvCxnSpPr/>
          <p:nvPr/>
        </p:nvCxnSpPr>
        <p:spPr>
          <a:xfrm rot="5400000">
            <a:off x="4837108" y="3721344"/>
            <a:ext cx="396059" cy="12700"/>
          </a:xfrm>
          <a:prstGeom prst="bentConnector3">
            <a:avLst>
              <a:gd name="adj1" fmla="val 10709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8CDA827A-6EEE-9F77-A2AA-D3E35813E840}"/>
              </a:ext>
            </a:extLst>
          </p:cNvPr>
          <p:cNvCxnSpPr>
            <a:stCxn id="8" idx="1"/>
          </p:cNvCxnSpPr>
          <p:nvPr/>
        </p:nvCxnSpPr>
        <p:spPr>
          <a:xfrm rot="10800000">
            <a:off x="6233652" y="3624417"/>
            <a:ext cx="761998" cy="89548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775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DE04CA-3AE2-34BB-FE18-C427E5E13F87}"/>
              </a:ext>
            </a:extLst>
          </p:cNvPr>
          <p:cNvSpPr/>
          <p:nvPr/>
        </p:nvSpPr>
        <p:spPr>
          <a:xfrm>
            <a:off x="838200" y="1205074"/>
            <a:ext cx="10134600" cy="181445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DDCA2E-9315-01F7-3BC7-B50CC76E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241" y="320206"/>
            <a:ext cx="4188542" cy="795081"/>
          </a:xfrm>
        </p:spPr>
        <p:txBody>
          <a:bodyPr/>
          <a:lstStyle/>
          <a:p>
            <a:r>
              <a:rPr lang="en-US" dirty="0"/>
              <a:t>Scope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80F83-2332-19B5-2995-20A33639C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322"/>
            <a:ext cx="10515600" cy="184291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sz="1800" dirty="0"/>
              <a:t>Parts Number (Special ID for each Part) are still stored inside Documents (PDF/Unstructured Data) for each car type.</a:t>
            </a:r>
          </a:p>
          <a:p>
            <a:pPr marL="514350" indent="-514350">
              <a:buAutoNum type="arabicPeriod"/>
            </a:pPr>
            <a:r>
              <a:rPr lang="en-US" sz="1800" dirty="0"/>
              <a:t>Stock Availability/amount is stored inside an SQL Database/Structured Format.</a:t>
            </a:r>
          </a:p>
          <a:p>
            <a:pPr marL="514350" indent="-514350">
              <a:buAutoNum type="arabicPeriod"/>
            </a:pPr>
            <a:r>
              <a:rPr lang="en-US" sz="1800" dirty="0"/>
              <a:t>Each Part has unique ID </a:t>
            </a:r>
          </a:p>
          <a:p>
            <a:pPr marL="514350" indent="-514350">
              <a:buAutoNum type="arabicPeriod"/>
            </a:pPr>
            <a:r>
              <a:rPr lang="en-US" sz="1800" dirty="0"/>
              <a:t>Each part currently is generated, not all parts are available in this test, only cars “Pajero </a:t>
            </a:r>
            <a:r>
              <a:rPr lang="en-US" sz="1800" dirty="0" err="1"/>
              <a:t>sport,Xforce</a:t>
            </a:r>
            <a:r>
              <a:rPr lang="en-US" sz="1800" dirty="0"/>
              <a:t>, Xpander” are available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4AC74A-8EF9-87E1-0B33-0A17705810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52"/>
          <a:stretch>
            <a:fillRect/>
          </a:stretch>
        </p:blipFill>
        <p:spPr>
          <a:xfrm>
            <a:off x="559241" y="3738692"/>
            <a:ext cx="2568241" cy="3131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1E6C26-69C1-ACFD-ED6A-50D191F96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410" y="3846641"/>
            <a:ext cx="2773601" cy="30232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7C34C7-208E-4525-EFEB-4519ED581004}"/>
              </a:ext>
            </a:extLst>
          </p:cNvPr>
          <p:cNvSpPr txBox="1"/>
          <p:nvPr/>
        </p:nvSpPr>
        <p:spPr>
          <a:xfrm>
            <a:off x="823453" y="3329222"/>
            <a:ext cx="2039815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PDF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8B40E6-F051-F3DD-BE08-EE159D0EDB9D}"/>
              </a:ext>
            </a:extLst>
          </p:cNvPr>
          <p:cNvSpPr txBox="1"/>
          <p:nvPr/>
        </p:nvSpPr>
        <p:spPr>
          <a:xfrm>
            <a:off x="5463304" y="3329222"/>
            <a:ext cx="2039815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Stock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B2D85F-203F-9E75-981C-68BA5FC7B2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9158" y="3846641"/>
            <a:ext cx="2773601" cy="27736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F5439B-B001-938C-6E09-52E1F47A3511}"/>
              </a:ext>
            </a:extLst>
          </p:cNvPr>
          <p:cNvSpPr txBox="1"/>
          <p:nvPr/>
        </p:nvSpPr>
        <p:spPr>
          <a:xfrm>
            <a:off x="9226050" y="3304273"/>
            <a:ext cx="2039815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Application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C4F7C-BC3F-D5E0-F274-B6D2A5CE9BEF}"/>
              </a:ext>
            </a:extLst>
          </p:cNvPr>
          <p:cNvSpPr txBox="1"/>
          <p:nvPr/>
        </p:nvSpPr>
        <p:spPr>
          <a:xfrm>
            <a:off x="6090778" y="521713"/>
            <a:ext cx="5536759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https://kibo-325337932608.asia-southeast1.run.app/</a:t>
            </a:r>
          </a:p>
        </p:txBody>
      </p:sp>
    </p:spTree>
    <p:extLst>
      <p:ext uri="{BB962C8B-B14F-4D97-AF65-F5344CB8AC3E}">
        <p14:creationId xmlns:p14="http://schemas.microsoft.com/office/powerpoint/2010/main" val="3537828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D4B9F-798E-20DC-388A-3AE7B4D7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3B98-D887-162E-F902-F20509766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94" y="45583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Improvement Plan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EC3C88-F210-A61B-7F23-B1E51AB7D23F}"/>
              </a:ext>
            </a:extLst>
          </p:cNvPr>
          <p:cNvSpPr/>
          <p:nvPr/>
        </p:nvSpPr>
        <p:spPr>
          <a:xfrm>
            <a:off x="2310778" y="1908048"/>
            <a:ext cx="3328416" cy="15209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F16485C9-10DD-AA6B-1CF2-D0FFE27F4DEE}"/>
              </a:ext>
            </a:extLst>
          </p:cNvPr>
          <p:cNvSpPr txBox="1"/>
          <p:nvPr/>
        </p:nvSpPr>
        <p:spPr>
          <a:xfrm>
            <a:off x="2539378" y="2090927"/>
            <a:ext cx="2871216" cy="12114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D71921"/>
                </a:solidFill>
                <a:latin typeface="Arial"/>
              </a:defRPr>
            </a:pPr>
            <a:r>
              <a:rPr dirty="0"/>
              <a:t>01</a:t>
            </a:r>
          </a:p>
          <a:p>
            <a:pPr>
              <a:spcBef>
                <a:spcPts val="400"/>
              </a:spcBef>
              <a:defRPr sz="1500" b="1">
                <a:solidFill>
                  <a:srgbClr val="1E293B"/>
                </a:solidFill>
                <a:latin typeface="Arial"/>
              </a:defRPr>
            </a:pPr>
            <a:r>
              <a:rPr dirty="0"/>
              <a:t>Database Expansion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rPr dirty="0"/>
              <a:t>Increase more parts and car models in the database to expand vehicle line compatibility.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422FF-0076-DF6D-0C3A-0BE1CBEF9346}"/>
              </a:ext>
            </a:extLst>
          </p:cNvPr>
          <p:cNvSpPr/>
          <p:nvPr/>
        </p:nvSpPr>
        <p:spPr>
          <a:xfrm>
            <a:off x="6004954" y="1908048"/>
            <a:ext cx="3328416" cy="15209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7A8DB-3133-41E6-E099-CB9418053A1B}"/>
              </a:ext>
            </a:extLst>
          </p:cNvPr>
          <p:cNvSpPr txBox="1"/>
          <p:nvPr/>
        </p:nvSpPr>
        <p:spPr>
          <a:xfrm>
            <a:off x="6233554" y="2090927"/>
            <a:ext cx="2871216" cy="12114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D71921"/>
                </a:solidFill>
                <a:latin typeface="Arial"/>
              </a:defRPr>
            </a:pPr>
            <a:r>
              <a:rPr dirty="0"/>
              <a:t>02</a:t>
            </a:r>
          </a:p>
          <a:p>
            <a:pPr>
              <a:spcBef>
                <a:spcPts val="400"/>
              </a:spcBef>
              <a:defRPr sz="1500" b="1">
                <a:solidFill>
                  <a:srgbClr val="1E293B"/>
                </a:solidFill>
                <a:latin typeface="Arial"/>
              </a:defRPr>
            </a:pPr>
            <a:r>
              <a:rPr dirty="0"/>
              <a:t>Order Monitoring Logs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rPr dirty="0"/>
              <a:t>Addition of request order logs and centralized monitoring of parts ordered across bays.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3D9B71-44CD-C344-64F6-77F4987CF589}"/>
              </a:ext>
            </a:extLst>
          </p:cNvPr>
          <p:cNvSpPr/>
          <p:nvPr/>
        </p:nvSpPr>
        <p:spPr>
          <a:xfrm>
            <a:off x="6004954" y="3731341"/>
            <a:ext cx="3328416" cy="1437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BEEE6A5-5E8F-A6C2-3854-F86153B3418F}"/>
              </a:ext>
            </a:extLst>
          </p:cNvPr>
          <p:cNvSpPr txBox="1"/>
          <p:nvPr/>
        </p:nvSpPr>
        <p:spPr>
          <a:xfrm>
            <a:off x="6233554" y="3831236"/>
            <a:ext cx="2871216" cy="12114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D71921"/>
                </a:solidFill>
                <a:latin typeface="Arial"/>
              </a:defRPr>
            </a:pPr>
            <a:r>
              <a:rPr dirty="0"/>
              <a:t>03</a:t>
            </a:r>
          </a:p>
          <a:p>
            <a:pPr>
              <a:spcBef>
                <a:spcPts val="400"/>
              </a:spcBef>
              <a:defRPr sz="1500" b="1">
                <a:solidFill>
                  <a:srgbClr val="1E293B"/>
                </a:solidFill>
                <a:latin typeface="Arial"/>
              </a:defRPr>
            </a:pPr>
            <a:r>
              <a:rPr dirty="0"/>
              <a:t>Session Persistence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rPr dirty="0"/>
              <a:t>Implement multi-device support to ensure continuous technician workflows on field tablets.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8B5D6-73DF-2226-90A9-D862380CE3AC}"/>
              </a:ext>
            </a:extLst>
          </p:cNvPr>
          <p:cNvSpPr/>
          <p:nvPr/>
        </p:nvSpPr>
        <p:spPr>
          <a:xfrm>
            <a:off x="2310778" y="3731341"/>
            <a:ext cx="3328416" cy="1437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7E0C3416-5302-5273-7B65-D3A6012FA482}"/>
              </a:ext>
            </a:extLst>
          </p:cNvPr>
          <p:cNvSpPr txBox="1"/>
          <p:nvPr/>
        </p:nvSpPr>
        <p:spPr>
          <a:xfrm>
            <a:off x="2539378" y="3914221"/>
            <a:ext cx="3033866" cy="12114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D71921"/>
                </a:solidFill>
                <a:latin typeface="Arial"/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500" b="1">
                <a:solidFill>
                  <a:srgbClr val="1E293B"/>
                </a:solidFill>
                <a:latin typeface="Arial"/>
              </a:defRPr>
            </a:pPr>
            <a:r>
              <a:t>Authentication &amp; Roles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Enforce secure user login states and strict access control configurations per workshop role.</a:t>
            </a:r>
          </a:p>
        </p:txBody>
      </p:sp>
    </p:spTree>
    <p:extLst>
      <p:ext uri="{BB962C8B-B14F-4D97-AF65-F5344CB8AC3E}">
        <p14:creationId xmlns:p14="http://schemas.microsoft.com/office/powerpoint/2010/main" val="2879711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9BA6-9B25-6219-788C-405EE409A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0184"/>
            <a:ext cx="10515600" cy="1325563"/>
          </a:xfrm>
        </p:spPr>
        <p:txBody>
          <a:bodyPr/>
          <a:lstStyle/>
          <a:p>
            <a:pPr algn="ctr"/>
            <a:r>
              <a:rPr lang="ja-JP" altLang="en-US" b="1" dirty="0">
                <a:solidFill>
                  <a:srgbClr val="C00000"/>
                </a:solidFill>
              </a:rPr>
              <a:t>ありがとう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8350C5-C9F2-B5A7-835A-5E4BC0E40B6D}"/>
              </a:ext>
            </a:extLst>
          </p:cNvPr>
          <p:cNvSpPr txBox="1">
            <a:spLocks/>
          </p:cNvSpPr>
          <p:nvPr/>
        </p:nvSpPr>
        <p:spPr>
          <a:xfrm>
            <a:off x="838200" y="23251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12623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C155AF31-63C7-495B-94AD-F15F2619E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6175"/>
            <a:ext cx="12192000" cy="4842297"/>
          </a:xfrm>
          <a:custGeom>
            <a:avLst/>
            <a:gdLst>
              <a:gd name="connsiteX0" fmla="*/ 4175374 w 12192000"/>
              <a:gd name="connsiteY0" fmla="*/ 13 h 4541267"/>
              <a:gd name="connsiteX1" fmla="*/ 4171715 w 12192000"/>
              <a:gd name="connsiteY1" fmla="*/ 10474 h 4541267"/>
              <a:gd name="connsiteX2" fmla="*/ 4199128 w 12192000"/>
              <a:gd name="connsiteY2" fmla="*/ 26390 h 4541267"/>
              <a:gd name="connsiteX3" fmla="*/ 4403547 w 12192000"/>
              <a:gd name="connsiteY3" fmla="*/ 18361 h 4541267"/>
              <a:gd name="connsiteX4" fmla="*/ 4455762 w 12192000"/>
              <a:gd name="connsiteY4" fmla="*/ 23384 h 4541267"/>
              <a:gd name="connsiteX5" fmla="*/ 4501720 w 12192000"/>
              <a:gd name="connsiteY5" fmla="*/ 13360 h 4541267"/>
              <a:gd name="connsiteX6" fmla="*/ 4520780 w 12192000"/>
              <a:gd name="connsiteY6" fmla="*/ 18547 h 4541267"/>
              <a:gd name="connsiteX7" fmla="*/ 4524071 w 12192000"/>
              <a:gd name="connsiteY7" fmla="*/ 19600 h 4541267"/>
              <a:gd name="connsiteX8" fmla="*/ 4537225 w 12192000"/>
              <a:gd name="connsiteY8" fmla="*/ 20364 h 4541267"/>
              <a:gd name="connsiteX9" fmla="*/ 4540932 w 12192000"/>
              <a:gd name="connsiteY9" fmla="*/ 24891 h 4541267"/>
              <a:gd name="connsiteX10" fmla="*/ 4560732 w 12192000"/>
              <a:gd name="connsiteY10" fmla="*/ 29131 h 4541267"/>
              <a:gd name="connsiteX11" fmla="*/ 4584946 w 12192000"/>
              <a:gd name="connsiteY11" fmla="*/ 29335 h 4541267"/>
              <a:gd name="connsiteX12" fmla="*/ 4670972 w 12192000"/>
              <a:gd name="connsiteY12" fmla="*/ 30531 h 4541267"/>
              <a:gd name="connsiteX13" fmla="*/ 4685002 w 12192000"/>
              <a:gd name="connsiteY13" fmla="*/ 28086 h 4541267"/>
              <a:gd name="connsiteX14" fmla="*/ 4730795 w 12192000"/>
              <a:gd name="connsiteY14" fmla="*/ 32164 h 4541267"/>
              <a:gd name="connsiteX15" fmla="*/ 4771603 w 12192000"/>
              <a:gd name="connsiteY15" fmla="*/ 33081 h 4541267"/>
              <a:gd name="connsiteX16" fmla="*/ 4798044 w 12192000"/>
              <a:gd name="connsiteY16" fmla="*/ 31136 h 4541267"/>
              <a:gd name="connsiteX17" fmla="*/ 4804975 w 12192000"/>
              <a:gd name="connsiteY17" fmla="*/ 32748 h 4541267"/>
              <a:gd name="connsiteX18" fmla="*/ 4831601 w 12192000"/>
              <a:gd name="connsiteY18" fmla="*/ 33788 h 4541267"/>
              <a:gd name="connsiteX19" fmla="*/ 4845162 w 12192000"/>
              <a:gd name="connsiteY19" fmla="*/ 31398 h 4541267"/>
              <a:gd name="connsiteX20" fmla="*/ 4858548 w 12192000"/>
              <a:gd name="connsiteY20" fmla="*/ 36900 h 4541267"/>
              <a:gd name="connsiteX21" fmla="*/ 4861820 w 12192000"/>
              <a:gd name="connsiteY21" fmla="*/ 40932 h 4541267"/>
              <a:gd name="connsiteX22" fmla="*/ 4880767 w 12192000"/>
              <a:gd name="connsiteY22" fmla="*/ 39122 h 4541267"/>
              <a:gd name="connsiteX23" fmla="*/ 4896300 w 12192000"/>
              <a:gd name="connsiteY23" fmla="*/ 43062 h 4541267"/>
              <a:gd name="connsiteX24" fmla="*/ 4909841 w 12192000"/>
              <a:gd name="connsiteY24" fmla="*/ 40486 h 4541267"/>
              <a:gd name="connsiteX25" fmla="*/ 4915461 w 12192000"/>
              <a:gd name="connsiteY25" fmla="*/ 41067 h 4541267"/>
              <a:gd name="connsiteX26" fmla="*/ 4929430 w 12192000"/>
              <a:gd name="connsiteY26" fmla="*/ 43016 h 4541267"/>
              <a:gd name="connsiteX27" fmla="*/ 4953531 w 12192000"/>
              <a:gd name="connsiteY27" fmla="*/ 47349 h 4541267"/>
              <a:gd name="connsiteX28" fmla="*/ 4961050 w 12192000"/>
              <a:gd name="connsiteY28" fmla="*/ 47952 h 4541267"/>
              <a:gd name="connsiteX29" fmla="*/ 4977419 w 12192000"/>
              <a:gd name="connsiteY29" fmla="*/ 54577 h 4541267"/>
              <a:gd name="connsiteX30" fmla="*/ 5009106 w 12192000"/>
              <a:gd name="connsiteY30" fmla="*/ 60243 h 4541267"/>
              <a:gd name="connsiteX31" fmla="*/ 5064895 w 12192000"/>
              <a:gd name="connsiteY31" fmla="*/ 80012 h 4541267"/>
              <a:gd name="connsiteX32" fmla="*/ 5097688 w 12192000"/>
              <a:gd name="connsiteY32" fmla="*/ 89446 h 4541267"/>
              <a:gd name="connsiteX33" fmla="*/ 5119875 w 12192000"/>
              <a:gd name="connsiteY33" fmla="*/ 98141 h 4541267"/>
              <a:gd name="connsiteX34" fmla="*/ 5185361 w 12192000"/>
              <a:gd name="connsiteY34" fmla="*/ 110421 h 4541267"/>
              <a:gd name="connsiteX35" fmla="*/ 5297679 w 12192000"/>
              <a:gd name="connsiteY35" fmla="*/ 126656 h 4541267"/>
              <a:gd name="connsiteX36" fmla="*/ 5320681 w 12192000"/>
              <a:gd name="connsiteY36" fmla="*/ 131018 h 4541267"/>
              <a:gd name="connsiteX37" fmla="*/ 5336842 w 12192000"/>
              <a:gd name="connsiteY37" fmla="*/ 138371 h 4541267"/>
              <a:gd name="connsiteX38" fmla="*/ 5337444 w 12192000"/>
              <a:gd name="connsiteY38" fmla="*/ 143216 h 4541267"/>
              <a:gd name="connsiteX39" fmla="*/ 5349516 w 12192000"/>
              <a:gd name="connsiteY39" fmla="*/ 146194 h 4541267"/>
              <a:gd name="connsiteX40" fmla="*/ 5351972 w 12192000"/>
              <a:gd name="connsiteY40" fmla="*/ 147738 h 4541267"/>
              <a:gd name="connsiteX41" fmla="*/ 5366814 w 12192000"/>
              <a:gd name="connsiteY41" fmla="*/ 155843 h 4541267"/>
              <a:gd name="connsiteX42" fmla="*/ 5417244 w 12192000"/>
              <a:gd name="connsiteY42" fmla="*/ 154449 h 4541267"/>
              <a:gd name="connsiteX43" fmla="*/ 5463870 w 12192000"/>
              <a:gd name="connsiteY43" fmla="*/ 168114 h 4541267"/>
              <a:gd name="connsiteX44" fmla="*/ 5664412 w 12192000"/>
              <a:gd name="connsiteY44" fmla="*/ 195879 h 4541267"/>
              <a:gd name="connsiteX45" fmla="*/ 5680257 w 12192000"/>
              <a:gd name="connsiteY45" fmla="*/ 215394 h 4541267"/>
              <a:gd name="connsiteX46" fmla="*/ 5757046 w 12192000"/>
              <a:gd name="connsiteY46" fmla="*/ 232193 h 4541267"/>
              <a:gd name="connsiteX47" fmla="*/ 5899668 w 12192000"/>
              <a:gd name="connsiteY47" fmla="*/ 229600 h 4541267"/>
              <a:gd name="connsiteX48" fmla="*/ 6042086 w 12192000"/>
              <a:gd name="connsiteY48" fmla="*/ 259219 h 4541267"/>
              <a:gd name="connsiteX49" fmla="*/ 6058069 w 12192000"/>
              <a:gd name="connsiteY49" fmla="*/ 255319 h 4541267"/>
              <a:gd name="connsiteX50" fmla="*/ 6074445 w 12192000"/>
              <a:gd name="connsiteY50" fmla="*/ 254530 h 4541267"/>
              <a:gd name="connsiteX51" fmla="*/ 6075960 w 12192000"/>
              <a:gd name="connsiteY51" fmla="*/ 255513 h 4541267"/>
              <a:gd name="connsiteX52" fmla="*/ 6093540 w 12192000"/>
              <a:gd name="connsiteY52" fmla="*/ 257803 h 4541267"/>
              <a:gd name="connsiteX53" fmla="*/ 6098369 w 12192000"/>
              <a:gd name="connsiteY53" fmla="*/ 256147 h 4541267"/>
              <a:gd name="connsiteX54" fmla="*/ 6110738 w 12192000"/>
              <a:gd name="connsiteY54" fmla="*/ 257042 h 4541267"/>
              <a:gd name="connsiteX55" fmla="*/ 6135933 w 12192000"/>
              <a:gd name="connsiteY55" fmla="*/ 256983 h 4541267"/>
              <a:gd name="connsiteX56" fmla="*/ 6139871 w 12192000"/>
              <a:gd name="connsiteY56" fmla="*/ 258681 h 4541267"/>
              <a:gd name="connsiteX57" fmla="*/ 6176662 w 12192000"/>
              <a:gd name="connsiteY57" fmla="*/ 261253 h 4541267"/>
              <a:gd name="connsiteX58" fmla="*/ 6176801 w 12192000"/>
              <a:gd name="connsiteY58" fmla="*/ 262100 h 4541267"/>
              <a:gd name="connsiteX59" fmla="*/ 6185563 w 12192000"/>
              <a:gd name="connsiteY59" fmla="*/ 266369 h 4541267"/>
              <a:gd name="connsiteX60" fmla="*/ 6203148 w 12192000"/>
              <a:gd name="connsiteY60" fmla="*/ 272679 h 4541267"/>
              <a:gd name="connsiteX61" fmla="*/ 6239136 w 12192000"/>
              <a:gd name="connsiteY61" fmla="*/ 297265 h 4541267"/>
              <a:gd name="connsiteX62" fmla="*/ 6277452 w 12192000"/>
              <a:gd name="connsiteY62" fmla="*/ 300037 h 4541267"/>
              <a:gd name="connsiteX63" fmla="*/ 6284979 w 12192000"/>
              <a:gd name="connsiteY63" fmla="*/ 301039 h 4541267"/>
              <a:gd name="connsiteX64" fmla="*/ 6285055 w 12192000"/>
              <a:gd name="connsiteY64" fmla="*/ 301242 h 4541267"/>
              <a:gd name="connsiteX65" fmla="*/ 6292844 w 12192000"/>
              <a:gd name="connsiteY65" fmla="*/ 302664 h 4541267"/>
              <a:gd name="connsiteX66" fmla="*/ 6298705 w 12192000"/>
              <a:gd name="connsiteY66" fmla="*/ 302865 h 4541267"/>
              <a:gd name="connsiteX67" fmla="*/ 6313308 w 12192000"/>
              <a:gd name="connsiteY67" fmla="*/ 304809 h 4541267"/>
              <a:gd name="connsiteX68" fmla="*/ 6317834 w 12192000"/>
              <a:gd name="connsiteY68" fmla="*/ 306696 h 4541267"/>
              <a:gd name="connsiteX69" fmla="*/ 6318907 w 12192000"/>
              <a:gd name="connsiteY69" fmla="*/ 309202 h 4541267"/>
              <a:gd name="connsiteX70" fmla="*/ 6320341 w 12192000"/>
              <a:gd name="connsiteY70" fmla="*/ 309131 h 4541267"/>
              <a:gd name="connsiteX71" fmla="*/ 6345071 w 12192000"/>
              <a:gd name="connsiteY71" fmla="*/ 318962 h 4541267"/>
              <a:gd name="connsiteX72" fmla="*/ 6403531 w 12192000"/>
              <a:gd name="connsiteY72" fmla="*/ 334044 h 4541267"/>
              <a:gd name="connsiteX73" fmla="*/ 6438176 w 12192000"/>
              <a:gd name="connsiteY73" fmla="*/ 339858 h 4541267"/>
              <a:gd name="connsiteX74" fmla="*/ 6531805 w 12192000"/>
              <a:gd name="connsiteY74" fmla="*/ 358871 h 4541267"/>
              <a:gd name="connsiteX75" fmla="*/ 6624812 w 12192000"/>
              <a:gd name="connsiteY75" fmla="*/ 380302 h 4541267"/>
              <a:gd name="connsiteX76" fmla="*/ 6665821 w 12192000"/>
              <a:gd name="connsiteY76" fmla="*/ 404165 h 4541267"/>
              <a:gd name="connsiteX77" fmla="*/ 6671133 w 12192000"/>
              <a:gd name="connsiteY77" fmla="*/ 405424 h 4541267"/>
              <a:gd name="connsiteX78" fmla="*/ 6685990 w 12192000"/>
              <a:gd name="connsiteY78" fmla="*/ 405411 h 4541267"/>
              <a:gd name="connsiteX79" fmla="*/ 6691636 w 12192000"/>
              <a:gd name="connsiteY79" fmla="*/ 404837 h 4541267"/>
              <a:gd name="connsiteX80" fmla="*/ 6699772 w 12192000"/>
              <a:gd name="connsiteY80" fmla="*/ 405207 h 4541267"/>
              <a:gd name="connsiteX81" fmla="*/ 6699955 w 12192000"/>
              <a:gd name="connsiteY81" fmla="*/ 405398 h 4541267"/>
              <a:gd name="connsiteX82" fmla="*/ 6707613 w 12192000"/>
              <a:gd name="connsiteY82" fmla="*/ 405391 h 4541267"/>
              <a:gd name="connsiteX83" fmla="*/ 6745320 w 12192000"/>
              <a:gd name="connsiteY83" fmla="*/ 403067 h 4541267"/>
              <a:gd name="connsiteX84" fmla="*/ 6792811 w 12192000"/>
              <a:gd name="connsiteY84" fmla="*/ 422483 h 4541267"/>
              <a:gd name="connsiteX85" fmla="*/ 6812882 w 12192000"/>
              <a:gd name="connsiteY85" fmla="*/ 426365 h 4541267"/>
              <a:gd name="connsiteX86" fmla="*/ 6823500 w 12192000"/>
              <a:gd name="connsiteY86" fmla="*/ 429406 h 4541267"/>
              <a:gd name="connsiteX87" fmla="*/ 6824098 w 12192000"/>
              <a:gd name="connsiteY87" fmla="*/ 430219 h 4541267"/>
              <a:gd name="connsiteX88" fmla="*/ 6860252 w 12192000"/>
              <a:gd name="connsiteY88" fmla="*/ 427902 h 4541267"/>
              <a:gd name="connsiteX89" fmla="*/ 6864904 w 12192000"/>
              <a:gd name="connsiteY89" fmla="*/ 429051 h 4541267"/>
              <a:gd name="connsiteX90" fmla="*/ 6888662 w 12192000"/>
              <a:gd name="connsiteY90" fmla="*/ 425676 h 4541267"/>
              <a:gd name="connsiteX91" fmla="*/ 6900835 w 12192000"/>
              <a:gd name="connsiteY91" fmla="*/ 424926 h 4541267"/>
              <a:gd name="connsiteX92" fmla="*/ 6904484 w 12192000"/>
              <a:gd name="connsiteY92" fmla="*/ 422663 h 4541267"/>
              <a:gd name="connsiteX93" fmla="*/ 6922346 w 12192000"/>
              <a:gd name="connsiteY93" fmla="*/ 422599 h 4541267"/>
              <a:gd name="connsiteX94" fmla="*/ 6924318 w 12192000"/>
              <a:gd name="connsiteY94" fmla="*/ 423364 h 4541267"/>
              <a:gd name="connsiteX95" fmla="*/ 6939344 w 12192000"/>
              <a:gd name="connsiteY95" fmla="*/ 420433 h 4541267"/>
              <a:gd name="connsiteX96" fmla="*/ 6952296 w 12192000"/>
              <a:gd name="connsiteY96" fmla="*/ 414496 h 4541267"/>
              <a:gd name="connsiteX97" fmla="*/ 7103052 w 12192000"/>
              <a:gd name="connsiteY97" fmla="*/ 424841 h 4541267"/>
              <a:gd name="connsiteX98" fmla="*/ 7246485 w 12192000"/>
              <a:gd name="connsiteY98" fmla="*/ 421500 h 4541267"/>
              <a:gd name="connsiteX99" fmla="*/ 7391440 w 12192000"/>
              <a:gd name="connsiteY99" fmla="*/ 426989 h 4541267"/>
              <a:gd name="connsiteX100" fmla="*/ 7548358 w 12192000"/>
              <a:gd name="connsiteY100" fmla="*/ 427860 h 4541267"/>
              <a:gd name="connsiteX101" fmla="*/ 7599893 w 12192000"/>
              <a:gd name="connsiteY101" fmla="*/ 435145 h 4541267"/>
              <a:gd name="connsiteX102" fmla="*/ 7646750 w 12192000"/>
              <a:gd name="connsiteY102" fmla="*/ 427135 h 4541267"/>
              <a:gd name="connsiteX103" fmla="*/ 7665217 w 12192000"/>
              <a:gd name="connsiteY103" fmla="*/ 433142 h 4541267"/>
              <a:gd name="connsiteX104" fmla="*/ 7668385 w 12192000"/>
              <a:gd name="connsiteY104" fmla="*/ 434335 h 4541267"/>
              <a:gd name="connsiteX105" fmla="*/ 7681420 w 12192000"/>
              <a:gd name="connsiteY105" fmla="*/ 435671 h 4541267"/>
              <a:gd name="connsiteX106" fmla="*/ 7684651 w 12192000"/>
              <a:gd name="connsiteY106" fmla="*/ 440352 h 4541267"/>
              <a:gd name="connsiteX107" fmla="*/ 7843050 w 12192000"/>
              <a:gd name="connsiteY107" fmla="*/ 447862 h 4541267"/>
              <a:gd name="connsiteX108" fmla="*/ 7911637 w 12192000"/>
              <a:gd name="connsiteY108" fmla="*/ 451302 h 4541267"/>
              <a:gd name="connsiteX109" fmla="*/ 7937365 w 12192000"/>
              <a:gd name="connsiteY109" fmla="*/ 456923 h 4541267"/>
              <a:gd name="connsiteX110" fmla="*/ 8037057 w 12192000"/>
              <a:gd name="connsiteY110" fmla="*/ 473946 h 4541267"/>
              <a:gd name="connsiteX111" fmla="*/ 8122868 w 12192000"/>
              <a:gd name="connsiteY111" fmla="*/ 484360 h 4541267"/>
              <a:gd name="connsiteX112" fmla="*/ 8186750 w 12192000"/>
              <a:gd name="connsiteY112" fmla="*/ 473523 h 4541267"/>
              <a:gd name="connsiteX113" fmla="*/ 8192054 w 12192000"/>
              <a:gd name="connsiteY113" fmla="*/ 477054 h 4541267"/>
              <a:gd name="connsiteX114" fmla="*/ 8235470 w 12192000"/>
              <a:gd name="connsiteY114" fmla="*/ 478559 h 4541267"/>
              <a:gd name="connsiteX115" fmla="*/ 8388968 w 12192000"/>
              <a:gd name="connsiteY115" fmla="*/ 461607 h 4541267"/>
              <a:gd name="connsiteX116" fmla="*/ 8473770 w 12192000"/>
              <a:gd name="connsiteY116" fmla="*/ 465162 h 4541267"/>
              <a:gd name="connsiteX117" fmla="*/ 8503642 w 12192000"/>
              <a:gd name="connsiteY117" fmla="*/ 470008 h 4541267"/>
              <a:gd name="connsiteX118" fmla="*/ 8553701 w 12192000"/>
              <a:gd name="connsiteY118" fmla="*/ 477906 h 4541267"/>
              <a:gd name="connsiteX119" fmla="*/ 8590556 w 12192000"/>
              <a:gd name="connsiteY119" fmla="*/ 492632 h 4541267"/>
              <a:gd name="connsiteX120" fmla="*/ 8632638 w 12192000"/>
              <a:gd name="connsiteY120" fmla="*/ 495738 h 4541267"/>
              <a:gd name="connsiteX121" fmla="*/ 8643140 w 12192000"/>
              <a:gd name="connsiteY121" fmla="*/ 485045 h 4541267"/>
              <a:gd name="connsiteX122" fmla="*/ 8687917 w 12192000"/>
              <a:gd name="connsiteY122" fmla="*/ 492071 h 4541267"/>
              <a:gd name="connsiteX123" fmla="*/ 8755765 w 12192000"/>
              <a:gd name="connsiteY123" fmla="*/ 503982 h 4541267"/>
              <a:gd name="connsiteX124" fmla="*/ 8795085 w 12192000"/>
              <a:gd name="connsiteY124" fmla="*/ 507904 h 4541267"/>
              <a:gd name="connsiteX125" fmla="*/ 8902279 w 12192000"/>
              <a:gd name="connsiteY125" fmla="*/ 521818 h 4541267"/>
              <a:gd name="connsiteX126" fmla="*/ 9009490 w 12192000"/>
              <a:gd name="connsiteY126" fmla="*/ 538194 h 4541267"/>
              <a:gd name="connsiteX127" fmla="*/ 9072120 w 12192000"/>
              <a:gd name="connsiteY127" fmla="*/ 561668 h 4541267"/>
              <a:gd name="connsiteX128" fmla="*/ 9160343 w 12192000"/>
              <a:gd name="connsiteY128" fmla="*/ 573641 h 4541267"/>
              <a:gd name="connsiteX129" fmla="*/ 9174981 w 12192000"/>
              <a:gd name="connsiteY129" fmla="*/ 577663 h 4541267"/>
              <a:gd name="connsiteX130" fmla="*/ 9278987 w 12192000"/>
              <a:gd name="connsiteY130" fmla="*/ 596161 h 4541267"/>
              <a:gd name="connsiteX131" fmla="*/ 9400617 w 12192000"/>
              <a:gd name="connsiteY131" fmla="*/ 598994 h 4541267"/>
              <a:gd name="connsiteX132" fmla="*/ 9552261 w 12192000"/>
              <a:gd name="connsiteY132" fmla="*/ 650991 h 4541267"/>
              <a:gd name="connsiteX133" fmla="*/ 9822258 w 12192000"/>
              <a:gd name="connsiteY133" fmla="*/ 730484 h 4541267"/>
              <a:gd name="connsiteX134" fmla="*/ 10113244 w 12192000"/>
              <a:gd name="connsiteY134" fmla="*/ 761586 h 4541267"/>
              <a:gd name="connsiteX135" fmla="*/ 10189871 w 12192000"/>
              <a:gd name="connsiteY135" fmla="*/ 756395 h 4541267"/>
              <a:gd name="connsiteX136" fmla="*/ 10414253 w 12192000"/>
              <a:gd name="connsiteY136" fmla="*/ 746175 h 4541267"/>
              <a:gd name="connsiteX137" fmla="*/ 10642574 w 12192000"/>
              <a:gd name="connsiteY137" fmla="*/ 693308 h 4541267"/>
              <a:gd name="connsiteX138" fmla="*/ 10786007 w 12192000"/>
              <a:gd name="connsiteY138" fmla="*/ 684599 h 4541267"/>
              <a:gd name="connsiteX139" fmla="*/ 10854151 w 12192000"/>
              <a:gd name="connsiteY139" fmla="*/ 670921 h 4541267"/>
              <a:gd name="connsiteX140" fmla="*/ 10901354 w 12192000"/>
              <a:gd name="connsiteY140" fmla="*/ 670267 h 4541267"/>
              <a:gd name="connsiteX141" fmla="*/ 10929658 w 12192000"/>
              <a:gd name="connsiteY141" fmla="*/ 668675 h 4541267"/>
              <a:gd name="connsiteX142" fmla="*/ 10978685 w 12192000"/>
              <a:gd name="connsiteY142" fmla="*/ 645904 h 4541267"/>
              <a:gd name="connsiteX143" fmla="*/ 11163594 w 12192000"/>
              <a:gd name="connsiteY143" fmla="*/ 638786 h 4541267"/>
              <a:gd name="connsiteX144" fmla="*/ 11340142 w 12192000"/>
              <a:gd name="connsiteY144" fmla="*/ 661756 h 4541267"/>
              <a:gd name="connsiteX145" fmla="*/ 11603318 w 12192000"/>
              <a:gd name="connsiteY145" fmla="*/ 596522 h 4541267"/>
              <a:gd name="connsiteX146" fmla="*/ 11630282 w 12192000"/>
              <a:gd name="connsiteY146" fmla="*/ 591403 h 4541267"/>
              <a:gd name="connsiteX147" fmla="*/ 11776458 w 12192000"/>
              <a:gd name="connsiteY147" fmla="*/ 566050 h 4541267"/>
              <a:gd name="connsiteX148" fmla="*/ 12105816 w 12192000"/>
              <a:gd name="connsiteY148" fmla="*/ 554311 h 4541267"/>
              <a:gd name="connsiteX149" fmla="*/ 12192000 w 12192000"/>
              <a:gd name="connsiteY149" fmla="*/ 507672 h 4541267"/>
              <a:gd name="connsiteX150" fmla="*/ 12192000 w 12192000"/>
              <a:gd name="connsiteY150" fmla="*/ 2530382 h 4541267"/>
              <a:gd name="connsiteX151" fmla="*/ 12192000 w 12192000"/>
              <a:gd name="connsiteY151" fmla="*/ 3315691 h 4541267"/>
              <a:gd name="connsiteX152" fmla="*/ 12192000 w 12192000"/>
              <a:gd name="connsiteY152" fmla="*/ 4541267 h 4541267"/>
              <a:gd name="connsiteX153" fmla="*/ 0 w 12192000"/>
              <a:gd name="connsiteY153" fmla="*/ 4541267 h 4541267"/>
              <a:gd name="connsiteX154" fmla="*/ 0 w 12192000"/>
              <a:gd name="connsiteY154" fmla="*/ 3315691 h 4541267"/>
              <a:gd name="connsiteX155" fmla="*/ 0 w 12192000"/>
              <a:gd name="connsiteY155" fmla="*/ 2530382 h 4541267"/>
              <a:gd name="connsiteX156" fmla="*/ 0 w 12192000"/>
              <a:gd name="connsiteY156" fmla="*/ 394082 h 4541267"/>
              <a:gd name="connsiteX157" fmla="*/ 3948 w 12192000"/>
              <a:gd name="connsiteY157" fmla="*/ 393322 h 4541267"/>
              <a:gd name="connsiteX158" fmla="*/ 79987 w 12192000"/>
              <a:gd name="connsiteY158" fmla="*/ 383500 h 4541267"/>
              <a:gd name="connsiteX159" fmla="*/ 173247 w 12192000"/>
              <a:gd name="connsiteY159" fmla="*/ 348155 h 4541267"/>
              <a:gd name="connsiteX160" fmla="*/ 206877 w 12192000"/>
              <a:gd name="connsiteY160" fmla="*/ 344844 h 4541267"/>
              <a:gd name="connsiteX161" fmla="*/ 205655 w 12192000"/>
              <a:gd name="connsiteY161" fmla="*/ 338590 h 4541267"/>
              <a:gd name="connsiteX162" fmla="*/ 218147 w 12192000"/>
              <a:gd name="connsiteY162" fmla="*/ 338130 h 4541267"/>
              <a:gd name="connsiteX163" fmla="*/ 246031 w 12192000"/>
              <a:gd name="connsiteY163" fmla="*/ 337978 h 4541267"/>
              <a:gd name="connsiteX164" fmla="*/ 329529 w 12192000"/>
              <a:gd name="connsiteY164" fmla="*/ 336242 h 4541267"/>
              <a:gd name="connsiteX165" fmla="*/ 352311 w 12192000"/>
              <a:gd name="connsiteY165" fmla="*/ 324249 h 4541267"/>
              <a:gd name="connsiteX166" fmla="*/ 373861 w 12192000"/>
              <a:gd name="connsiteY166" fmla="*/ 324061 h 4541267"/>
              <a:gd name="connsiteX167" fmla="*/ 498838 w 12192000"/>
              <a:gd name="connsiteY167" fmla="*/ 307987 h 4541267"/>
              <a:gd name="connsiteX168" fmla="*/ 516021 w 12192000"/>
              <a:gd name="connsiteY168" fmla="*/ 306785 h 4541267"/>
              <a:gd name="connsiteX169" fmla="*/ 525327 w 12192000"/>
              <a:gd name="connsiteY169" fmla="*/ 301396 h 4541267"/>
              <a:gd name="connsiteX170" fmla="*/ 558651 w 12192000"/>
              <a:gd name="connsiteY170" fmla="*/ 300324 h 4541267"/>
              <a:gd name="connsiteX171" fmla="*/ 560193 w 12192000"/>
              <a:gd name="connsiteY171" fmla="*/ 297256 h 4541267"/>
              <a:gd name="connsiteX172" fmla="*/ 669729 w 12192000"/>
              <a:gd name="connsiteY172" fmla="*/ 270914 h 4541267"/>
              <a:gd name="connsiteX173" fmla="*/ 688496 w 12192000"/>
              <a:gd name="connsiteY173" fmla="*/ 266563 h 4541267"/>
              <a:gd name="connsiteX174" fmla="*/ 704711 w 12192000"/>
              <a:gd name="connsiteY174" fmla="*/ 267882 h 4541267"/>
              <a:gd name="connsiteX175" fmla="*/ 794485 w 12192000"/>
              <a:gd name="connsiteY175" fmla="*/ 264121 h 4541267"/>
              <a:gd name="connsiteX176" fmla="*/ 815839 w 12192000"/>
              <a:gd name="connsiteY176" fmla="*/ 266431 h 4541267"/>
              <a:gd name="connsiteX177" fmla="*/ 824819 w 12192000"/>
              <a:gd name="connsiteY177" fmla="*/ 271306 h 4541267"/>
              <a:gd name="connsiteX178" fmla="*/ 859579 w 12192000"/>
              <a:gd name="connsiteY178" fmla="*/ 262094 h 4541267"/>
              <a:gd name="connsiteX179" fmla="*/ 913213 w 12192000"/>
              <a:gd name="connsiteY179" fmla="*/ 255782 h 4541267"/>
              <a:gd name="connsiteX180" fmla="*/ 938704 w 12192000"/>
              <a:gd name="connsiteY180" fmla="*/ 251225 h 4541267"/>
              <a:gd name="connsiteX181" fmla="*/ 959272 w 12192000"/>
              <a:gd name="connsiteY181" fmla="*/ 253991 h 4541267"/>
              <a:gd name="connsiteX182" fmla="*/ 1076317 w 12192000"/>
              <a:gd name="connsiteY182" fmla="*/ 254692 h 4541267"/>
              <a:gd name="connsiteX183" fmla="*/ 1103231 w 12192000"/>
              <a:gd name="connsiteY183" fmla="*/ 259087 h 4541267"/>
              <a:gd name="connsiteX184" fmla="*/ 1115987 w 12192000"/>
              <a:gd name="connsiteY184" fmla="*/ 267847 h 4541267"/>
              <a:gd name="connsiteX185" fmla="*/ 1125983 w 12192000"/>
              <a:gd name="connsiteY185" fmla="*/ 264723 h 4541267"/>
              <a:gd name="connsiteX186" fmla="*/ 1196778 w 12192000"/>
              <a:gd name="connsiteY186" fmla="*/ 264412 h 4541267"/>
              <a:gd name="connsiteX187" fmla="*/ 1242961 w 12192000"/>
              <a:gd name="connsiteY187" fmla="*/ 263409 h 4541267"/>
              <a:gd name="connsiteX188" fmla="*/ 1245768 w 12192000"/>
              <a:gd name="connsiteY188" fmla="*/ 251383 h 4541267"/>
              <a:gd name="connsiteX189" fmla="*/ 1286892 w 12192000"/>
              <a:gd name="connsiteY189" fmla="*/ 247098 h 4541267"/>
              <a:gd name="connsiteX190" fmla="*/ 1330717 w 12192000"/>
              <a:gd name="connsiteY190" fmla="*/ 254818 h 4541267"/>
              <a:gd name="connsiteX191" fmla="*/ 1382372 w 12192000"/>
              <a:gd name="connsiteY191" fmla="*/ 253736 h 4541267"/>
              <a:gd name="connsiteX192" fmla="*/ 1413281 w 12192000"/>
              <a:gd name="connsiteY192" fmla="*/ 253220 h 4541267"/>
              <a:gd name="connsiteX193" fmla="*/ 1494404 w 12192000"/>
              <a:gd name="connsiteY193" fmla="*/ 242003 h 4541267"/>
              <a:gd name="connsiteX194" fmla="*/ 1626029 w 12192000"/>
              <a:gd name="connsiteY194" fmla="*/ 199353 h 4541267"/>
              <a:gd name="connsiteX195" fmla="*/ 1667354 w 12192000"/>
              <a:gd name="connsiteY195" fmla="*/ 193310 h 4541267"/>
              <a:gd name="connsiteX196" fmla="*/ 1674578 w 12192000"/>
              <a:gd name="connsiteY196" fmla="*/ 195769 h 4541267"/>
              <a:gd name="connsiteX197" fmla="*/ 1880316 w 12192000"/>
              <a:gd name="connsiteY197" fmla="*/ 170155 h 4541267"/>
              <a:gd name="connsiteX198" fmla="*/ 1917126 w 12192000"/>
              <a:gd name="connsiteY198" fmla="*/ 168655 h 4541267"/>
              <a:gd name="connsiteX199" fmla="*/ 1944692 w 12192000"/>
              <a:gd name="connsiteY199" fmla="*/ 169592 h 4541267"/>
              <a:gd name="connsiteX200" fmla="*/ 2010665 w 12192000"/>
              <a:gd name="connsiteY200" fmla="*/ 161060 h 4541267"/>
              <a:gd name="connsiteX201" fmla="*/ 2118270 w 12192000"/>
              <a:gd name="connsiteY201" fmla="*/ 142353 h 4541267"/>
              <a:gd name="connsiteX202" fmla="*/ 2141504 w 12192000"/>
              <a:gd name="connsiteY202" fmla="*/ 139398 h 4541267"/>
              <a:gd name="connsiteX203" fmla="*/ 2162752 w 12192000"/>
              <a:gd name="connsiteY203" fmla="*/ 140940 h 4541267"/>
              <a:gd name="connsiteX204" fmla="*/ 2168793 w 12192000"/>
              <a:gd name="connsiteY204" fmla="*/ 144854 h 4541267"/>
              <a:gd name="connsiteX205" fmla="*/ 2181778 w 12192000"/>
              <a:gd name="connsiteY205" fmla="*/ 143885 h 4541267"/>
              <a:gd name="connsiteX206" fmla="*/ 2185499 w 12192000"/>
              <a:gd name="connsiteY206" fmla="*/ 144480 h 4541267"/>
              <a:gd name="connsiteX207" fmla="*/ 2206566 w 12192000"/>
              <a:gd name="connsiteY207" fmla="*/ 147037 h 4541267"/>
              <a:gd name="connsiteX208" fmla="*/ 2244903 w 12192000"/>
              <a:gd name="connsiteY208" fmla="*/ 131308 h 4541267"/>
              <a:gd name="connsiteX209" fmla="*/ 2297531 w 12192000"/>
              <a:gd name="connsiteY209" fmla="*/ 129388 h 4541267"/>
              <a:gd name="connsiteX210" fmla="*/ 2488258 w 12192000"/>
              <a:gd name="connsiteY210" fmla="*/ 94958 h 4541267"/>
              <a:gd name="connsiteX211" fmla="*/ 2523236 w 12192000"/>
              <a:gd name="connsiteY211" fmla="*/ 106856 h 4541267"/>
              <a:gd name="connsiteX212" fmla="*/ 2603355 w 12192000"/>
              <a:gd name="connsiteY212" fmla="*/ 98877 h 4541267"/>
              <a:gd name="connsiteX213" fmla="*/ 2713319 w 12192000"/>
              <a:gd name="connsiteY213" fmla="*/ 55535 h 4541267"/>
              <a:gd name="connsiteX214" fmla="*/ 2860143 w 12192000"/>
              <a:gd name="connsiteY214" fmla="*/ 39439 h 4541267"/>
              <a:gd name="connsiteX215" fmla="*/ 2868320 w 12192000"/>
              <a:gd name="connsiteY215" fmla="*/ 31535 h 4541267"/>
              <a:gd name="connsiteX216" fmla="*/ 2880379 w 12192000"/>
              <a:gd name="connsiteY216" fmla="*/ 26144 h 4541267"/>
              <a:gd name="connsiteX217" fmla="*/ 2882710 w 12192000"/>
              <a:gd name="connsiteY217" fmla="*/ 26536 h 4541267"/>
              <a:gd name="connsiteX218" fmla="*/ 2899268 w 12192000"/>
              <a:gd name="connsiteY218" fmla="*/ 23397 h 4541267"/>
              <a:gd name="connsiteX219" fmla="*/ 2901185 w 12192000"/>
              <a:gd name="connsiteY219" fmla="*/ 20606 h 4541267"/>
              <a:gd name="connsiteX220" fmla="*/ 2912009 w 12192000"/>
              <a:gd name="connsiteY220" fmla="*/ 17792 h 4541267"/>
              <a:gd name="connsiteX221" fmla="*/ 2931895 w 12192000"/>
              <a:gd name="connsiteY221" fmla="*/ 10473 h 4541267"/>
              <a:gd name="connsiteX222" fmla="*/ 2936965 w 12192000"/>
              <a:gd name="connsiteY222" fmla="*/ 10769 h 4541267"/>
              <a:gd name="connsiteX223" fmla="*/ 2969058 w 12192000"/>
              <a:gd name="connsiteY223" fmla="*/ 2323 h 4541267"/>
              <a:gd name="connsiteX224" fmla="*/ 2970141 w 12192000"/>
              <a:gd name="connsiteY224" fmla="*/ 2998 h 4541267"/>
              <a:gd name="connsiteX225" fmla="*/ 2981985 w 12192000"/>
              <a:gd name="connsiteY225" fmla="*/ 4074 h 4541267"/>
              <a:gd name="connsiteX226" fmla="*/ 3003160 w 12192000"/>
              <a:gd name="connsiteY226" fmla="*/ 4325 h 4541267"/>
              <a:gd name="connsiteX227" fmla="*/ 3059919 w 12192000"/>
              <a:gd name="connsiteY227" fmla="*/ 14691 h 4541267"/>
              <a:gd name="connsiteX228" fmla="*/ 3093450 w 12192000"/>
              <a:gd name="connsiteY228" fmla="*/ 5974 h 4541267"/>
              <a:gd name="connsiteX229" fmla="*/ 3188029 w 12192000"/>
              <a:gd name="connsiteY229" fmla="*/ 4647 h 4541267"/>
              <a:gd name="connsiteX230" fmla="*/ 3287078 w 12192000"/>
              <a:gd name="connsiteY230" fmla="*/ 20127 h 4541267"/>
              <a:gd name="connsiteX231" fmla="*/ 3386448 w 12192000"/>
              <a:gd name="connsiteY231" fmla="*/ 22159 h 4541267"/>
              <a:gd name="connsiteX232" fmla="*/ 3422427 w 12192000"/>
              <a:gd name="connsiteY232" fmla="*/ 21744 h 4541267"/>
              <a:gd name="connsiteX233" fmla="*/ 3486559 w 12192000"/>
              <a:gd name="connsiteY233" fmla="*/ 26080 h 4541267"/>
              <a:gd name="connsiteX234" fmla="*/ 3515932 w 12192000"/>
              <a:gd name="connsiteY234" fmla="*/ 31213 h 4541267"/>
              <a:gd name="connsiteX235" fmla="*/ 3517220 w 12192000"/>
              <a:gd name="connsiteY235" fmla="*/ 30897 h 4541267"/>
              <a:gd name="connsiteX236" fmla="*/ 3519845 w 12192000"/>
              <a:gd name="connsiteY236" fmla="*/ 33107 h 4541267"/>
              <a:gd name="connsiteX237" fmla="*/ 3525279 w 12192000"/>
              <a:gd name="connsiteY237" fmla="*/ 34130 h 4541267"/>
              <a:gd name="connsiteX238" fmla="*/ 3540113 w 12192000"/>
              <a:gd name="connsiteY238" fmla="*/ 33471 h 4541267"/>
              <a:gd name="connsiteX239" fmla="*/ 3545692 w 12192000"/>
              <a:gd name="connsiteY239" fmla="*/ 32654 h 4541267"/>
              <a:gd name="connsiteX240" fmla="*/ 3553854 w 12192000"/>
              <a:gd name="connsiteY240" fmla="*/ 32669 h 4541267"/>
              <a:gd name="connsiteX241" fmla="*/ 3554058 w 12192000"/>
              <a:gd name="connsiteY241" fmla="*/ 32851 h 4541267"/>
              <a:gd name="connsiteX242" fmla="*/ 3561703 w 12192000"/>
              <a:gd name="connsiteY242" fmla="*/ 32512 h 4541267"/>
              <a:gd name="connsiteX243" fmla="*/ 3599112 w 12192000"/>
              <a:gd name="connsiteY243" fmla="*/ 28556 h 4541267"/>
              <a:gd name="connsiteX244" fmla="*/ 3648544 w 12192000"/>
              <a:gd name="connsiteY244" fmla="*/ 45847 h 4541267"/>
              <a:gd name="connsiteX245" fmla="*/ 3668987 w 12192000"/>
              <a:gd name="connsiteY245" fmla="*/ 48845 h 4541267"/>
              <a:gd name="connsiteX246" fmla="*/ 3679906 w 12192000"/>
              <a:gd name="connsiteY246" fmla="*/ 51414 h 4541267"/>
              <a:gd name="connsiteX247" fmla="*/ 3680583 w 12192000"/>
              <a:gd name="connsiteY247" fmla="*/ 52200 h 4541267"/>
              <a:gd name="connsiteX248" fmla="*/ 3716448 w 12192000"/>
              <a:gd name="connsiteY248" fmla="*/ 48317 h 4541267"/>
              <a:gd name="connsiteX249" fmla="*/ 3721210 w 12192000"/>
              <a:gd name="connsiteY249" fmla="*/ 49261 h 4541267"/>
              <a:gd name="connsiteX250" fmla="*/ 3744585 w 12192000"/>
              <a:gd name="connsiteY250" fmla="*/ 44862 h 4541267"/>
              <a:gd name="connsiteX251" fmla="*/ 3756664 w 12192000"/>
              <a:gd name="connsiteY251" fmla="*/ 43587 h 4541267"/>
              <a:gd name="connsiteX252" fmla="*/ 3760076 w 12192000"/>
              <a:gd name="connsiteY252" fmla="*/ 41172 h 4541267"/>
              <a:gd name="connsiteX253" fmla="*/ 3777900 w 12192000"/>
              <a:gd name="connsiteY253" fmla="*/ 40331 h 4541267"/>
              <a:gd name="connsiteX254" fmla="*/ 3779950 w 12192000"/>
              <a:gd name="connsiteY254" fmla="*/ 41010 h 4541267"/>
              <a:gd name="connsiteX255" fmla="*/ 3794650 w 12192000"/>
              <a:gd name="connsiteY255" fmla="*/ 37433 h 4541267"/>
              <a:gd name="connsiteX256" fmla="*/ 3806969 w 12192000"/>
              <a:gd name="connsiteY256" fmla="*/ 30953 h 4541267"/>
              <a:gd name="connsiteX257" fmla="*/ 3958577 w 12192000"/>
              <a:gd name="connsiteY257" fmla="*/ 34711 h 4541267"/>
              <a:gd name="connsiteX258" fmla="*/ 4089430 w 12192000"/>
              <a:gd name="connsiteY258" fmla="*/ 7656 h 4541267"/>
              <a:gd name="connsiteX259" fmla="*/ 4175374 w 12192000"/>
              <a:gd name="connsiteY259" fmla="*/ 13 h 4541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</a:cxnLst>
            <a:rect l="l" t="t" r="r" b="b"/>
            <a:pathLst>
              <a:path w="12192000" h="4541267">
                <a:moveTo>
                  <a:pt x="4175374" y="13"/>
                </a:moveTo>
                <a:cubicBezTo>
                  <a:pt x="4181228" y="-214"/>
                  <a:pt x="4181469" y="2397"/>
                  <a:pt x="4171715" y="10474"/>
                </a:cubicBezTo>
                <a:cubicBezTo>
                  <a:pt x="4190376" y="8226"/>
                  <a:pt x="4209638" y="18232"/>
                  <a:pt x="4199128" y="26390"/>
                </a:cubicBezTo>
                <a:cubicBezTo>
                  <a:pt x="4255818" y="8930"/>
                  <a:pt x="4339488" y="26291"/>
                  <a:pt x="4403547" y="18361"/>
                </a:cubicBezTo>
                <a:cubicBezTo>
                  <a:pt x="4438470" y="37546"/>
                  <a:pt x="4419538" y="19795"/>
                  <a:pt x="4455762" y="23384"/>
                </a:cubicBezTo>
                <a:cubicBezTo>
                  <a:pt x="4445854" y="5723"/>
                  <a:pt x="4499738" y="33292"/>
                  <a:pt x="4501720" y="13360"/>
                </a:cubicBezTo>
                <a:cubicBezTo>
                  <a:pt x="4508249" y="14645"/>
                  <a:pt x="4514512" y="16517"/>
                  <a:pt x="4520780" y="18547"/>
                </a:cubicBezTo>
                <a:lnTo>
                  <a:pt x="4524071" y="19600"/>
                </a:lnTo>
                <a:lnTo>
                  <a:pt x="4537225" y="20364"/>
                </a:lnTo>
                <a:lnTo>
                  <a:pt x="4540932" y="24891"/>
                </a:lnTo>
                <a:lnTo>
                  <a:pt x="4560732" y="29131"/>
                </a:lnTo>
                <a:cubicBezTo>
                  <a:pt x="4568148" y="30052"/>
                  <a:pt x="4576128" y="30265"/>
                  <a:pt x="4584946" y="29335"/>
                </a:cubicBezTo>
                <a:cubicBezTo>
                  <a:pt x="4606640" y="21436"/>
                  <a:pt x="4640420" y="31117"/>
                  <a:pt x="4670972" y="30531"/>
                </a:cubicBezTo>
                <a:lnTo>
                  <a:pt x="4685002" y="28086"/>
                </a:lnTo>
                <a:lnTo>
                  <a:pt x="4730795" y="32164"/>
                </a:lnTo>
                <a:cubicBezTo>
                  <a:pt x="4743830" y="32955"/>
                  <a:pt x="4757359" y="33371"/>
                  <a:pt x="4771603" y="33081"/>
                </a:cubicBezTo>
                <a:lnTo>
                  <a:pt x="4798044" y="31136"/>
                </a:lnTo>
                <a:lnTo>
                  <a:pt x="4804975" y="32748"/>
                </a:lnTo>
                <a:cubicBezTo>
                  <a:pt x="4817047" y="32569"/>
                  <a:pt x="4833024" y="26893"/>
                  <a:pt x="4831601" y="33788"/>
                </a:cubicBezTo>
                <a:lnTo>
                  <a:pt x="4845162" y="31398"/>
                </a:lnTo>
                <a:lnTo>
                  <a:pt x="4858548" y="36900"/>
                </a:lnTo>
                <a:cubicBezTo>
                  <a:pt x="4860014" y="38178"/>
                  <a:pt x="4861117" y="39538"/>
                  <a:pt x="4861820" y="40932"/>
                </a:cubicBezTo>
                <a:lnTo>
                  <a:pt x="4880767" y="39122"/>
                </a:lnTo>
                <a:lnTo>
                  <a:pt x="4896300" y="43062"/>
                </a:lnTo>
                <a:lnTo>
                  <a:pt x="4909841" y="40486"/>
                </a:lnTo>
                <a:lnTo>
                  <a:pt x="4915461" y="41067"/>
                </a:lnTo>
                <a:lnTo>
                  <a:pt x="4929430" y="43016"/>
                </a:lnTo>
                <a:cubicBezTo>
                  <a:pt x="4936592" y="44383"/>
                  <a:pt x="4944607" y="46030"/>
                  <a:pt x="4953531" y="47349"/>
                </a:cubicBezTo>
                <a:lnTo>
                  <a:pt x="4961050" y="47952"/>
                </a:lnTo>
                <a:lnTo>
                  <a:pt x="4977419" y="54577"/>
                </a:lnTo>
                <a:cubicBezTo>
                  <a:pt x="4989329" y="59586"/>
                  <a:pt x="4998703" y="62961"/>
                  <a:pt x="5009106" y="60243"/>
                </a:cubicBezTo>
                <a:cubicBezTo>
                  <a:pt x="5026839" y="66714"/>
                  <a:pt x="5039227" y="84851"/>
                  <a:pt x="5064895" y="80012"/>
                </a:cubicBezTo>
                <a:cubicBezTo>
                  <a:pt x="5057105" y="88229"/>
                  <a:pt x="5093400" y="81007"/>
                  <a:pt x="5097688" y="89446"/>
                </a:cubicBezTo>
                <a:cubicBezTo>
                  <a:pt x="5099668" y="96243"/>
                  <a:pt x="5111139" y="95636"/>
                  <a:pt x="5119875" y="98141"/>
                </a:cubicBezTo>
                <a:cubicBezTo>
                  <a:pt x="5126101" y="105082"/>
                  <a:pt x="5170057" y="111420"/>
                  <a:pt x="5185361" y="110421"/>
                </a:cubicBezTo>
                <a:cubicBezTo>
                  <a:pt x="5228495" y="103514"/>
                  <a:pt x="5263192" y="131459"/>
                  <a:pt x="5297679" y="126656"/>
                </a:cubicBezTo>
                <a:cubicBezTo>
                  <a:pt x="5306709" y="127311"/>
                  <a:pt x="5314196" y="128883"/>
                  <a:pt x="5320681" y="131018"/>
                </a:cubicBezTo>
                <a:lnTo>
                  <a:pt x="5336842" y="138371"/>
                </a:lnTo>
                <a:cubicBezTo>
                  <a:pt x="5337043" y="139986"/>
                  <a:pt x="5337244" y="141601"/>
                  <a:pt x="5337444" y="143216"/>
                </a:cubicBezTo>
                <a:lnTo>
                  <a:pt x="5349516" y="146194"/>
                </a:lnTo>
                <a:lnTo>
                  <a:pt x="5351972" y="147738"/>
                </a:lnTo>
                <a:cubicBezTo>
                  <a:pt x="5356645" y="150704"/>
                  <a:pt x="5361411" y="153524"/>
                  <a:pt x="5366814" y="155843"/>
                </a:cubicBezTo>
                <a:cubicBezTo>
                  <a:pt x="5381668" y="137663"/>
                  <a:pt x="5415227" y="172568"/>
                  <a:pt x="5417244" y="154449"/>
                </a:cubicBezTo>
                <a:cubicBezTo>
                  <a:pt x="5449522" y="164026"/>
                  <a:pt x="5442975" y="144267"/>
                  <a:pt x="5463870" y="168114"/>
                </a:cubicBezTo>
                <a:cubicBezTo>
                  <a:pt x="5530235" y="171783"/>
                  <a:pt x="5598895" y="202335"/>
                  <a:pt x="5664412" y="195879"/>
                </a:cubicBezTo>
                <a:cubicBezTo>
                  <a:pt x="5649064" y="201649"/>
                  <a:pt x="5660966" y="214267"/>
                  <a:pt x="5680257" y="215394"/>
                </a:cubicBezTo>
                <a:cubicBezTo>
                  <a:pt x="5621974" y="238697"/>
                  <a:pt x="5773350" y="208268"/>
                  <a:pt x="5757046" y="232193"/>
                </a:cubicBezTo>
                <a:cubicBezTo>
                  <a:pt x="5784218" y="214098"/>
                  <a:pt x="5891959" y="204493"/>
                  <a:pt x="5899668" y="229600"/>
                </a:cubicBezTo>
                <a:cubicBezTo>
                  <a:pt x="5949942" y="241303"/>
                  <a:pt x="6003733" y="237058"/>
                  <a:pt x="6042086" y="259219"/>
                </a:cubicBezTo>
                <a:cubicBezTo>
                  <a:pt x="6047101" y="257270"/>
                  <a:pt x="6052473" y="256039"/>
                  <a:pt x="6058069" y="255319"/>
                </a:cubicBezTo>
                <a:lnTo>
                  <a:pt x="6074445" y="254530"/>
                </a:lnTo>
                <a:lnTo>
                  <a:pt x="6075960" y="255513"/>
                </a:lnTo>
                <a:cubicBezTo>
                  <a:pt x="6083606" y="258209"/>
                  <a:pt x="6089063" y="258531"/>
                  <a:pt x="6093540" y="257803"/>
                </a:cubicBezTo>
                <a:lnTo>
                  <a:pt x="6098369" y="256147"/>
                </a:lnTo>
                <a:lnTo>
                  <a:pt x="6110738" y="257042"/>
                </a:lnTo>
                <a:lnTo>
                  <a:pt x="6135933" y="256983"/>
                </a:lnTo>
                <a:lnTo>
                  <a:pt x="6139871" y="258681"/>
                </a:lnTo>
                <a:lnTo>
                  <a:pt x="6176662" y="261253"/>
                </a:lnTo>
                <a:cubicBezTo>
                  <a:pt x="6176708" y="261535"/>
                  <a:pt x="6176754" y="261818"/>
                  <a:pt x="6176801" y="262100"/>
                </a:cubicBezTo>
                <a:cubicBezTo>
                  <a:pt x="6177951" y="264057"/>
                  <a:pt x="6180382" y="265612"/>
                  <a:pt x="6185563" y="266369"/>
                </a:cubicBezTo>
                <a:cubicBezTo>
                  <a:pt x="6172218" y="277094"/>
                  <a:pt x="6186695" y="271392"/>
                  <a:pt x="6203148" y="272679"/>
                </a:cubicBezTo>
                <a:cubicBezTo>
                  <a:pt x="6186092" y="289623"/>
                  <a:pt x="6236081" y="286093"/>
                  <a:pt x="6239136" y="297265"/>
                </a:cubicBezTo>
                <a:cubicBezTo>
                  <a:pt x="6251604" y="297828"/>
                  <a:pt x="6264482" y="298732"/>
                  <a:pt x="6277452" y="300037"/>
                </a:cubicBezTo>
                <a:lnTo>
                  <a:pt x="6284979" y="301039"/>
                </a:lnTo>
                <a:cubicBezTo>
                  <a:pt x="6285004" y="301107"/>
                  <a:pt x="6285030" y="301175"/>
                  <a:pt x="6285055" y="301242"/>
                </a:cubicBezTo>
                <a:cubicBezTo>
                  <a:pt x="6286528" y="301851"/>
                  <a:pt x="6288943" y="302328"/>
                  <a:pt x="6292844" y="302664"/>
                </a:cubicBezTo>
                <a:lnTo>
                  <a:pt x="6298705" y="302865"/>
                </a:lnTo>
                <a:lnTo>
                  <a:pt x="6313308" y="304809"/>
                </a:lnTo>
                <a:lnTo>
                  <a:pt x="6317834" y="306696"/>
                </a:lnTo>
                <a:lnTo>
                  <a:pt x="6318907" y="309202"/>
                </a:lnTo>
                <a:lnTo>
                  <a:pt x="6320341" y="309131"/>
                </a:lnTo>
                <a:cubicBezTo>
                  <a:pt x="6331847" y="306572"/>
                  <a:pt x="6336768" y="301285"/>
                  <a:pt x="6345071" y="318962"/>
                </a:cubicBezTo>
                <a:cubicBezTo>
                  <a:pt x="6370620" y="315767"/>
                  <a:pt x="6372313" y="326077"/>
                  <a:pt x="6403531" y="334044"/>
                </a:cubicBezTo>
                <a:cubicBezTo>
                  <a:pt x="6418880" y="329808"/>
                  <a:pt x="6429052" y="333531"/>
                  <a:pt x="6438176" y="339858"/>
                </a:cubicBezTo>
                <a:cubicBezTo>
                  <a:pt x="6470442" y="341435"/>
                  <a:pt x="6497016" y="352244"/>
                  <a:pt x="6531805" y="358871"/>
                </a:cubicBezTo>
                <a:cubicBezTo>
                  <a:pt x="6572391" y="356282"/>
                  <a:pt x="6587615" y="373281"/>
                  <a:pt x="6624812" y="380302"/>
                </a:cubicBezTo>
                <a:cubicBezTo>
                  <a:pt x="6661654" y="371167"/>
                  <a:pt x="6648131" y="396046"/>
                  <a:pt x="6665821" y="404165"/>
                </a:cubicBezTo>
                <a:lnTo>
                  <a:pt x="6671133" y="405424"/>
                </a:lnTo>
                <a:lnTo>
                  <a:pt x="6685990" y="405411"/>
                </a:lnTo>
                <a:lnTo>
                  <a:pt x="6691636" y="404837"/>
                </a:lnTo>
                <a:cubicBezTo>
                  <a:pt x="6695503" y="404653"/>
                  <a:pt x="6698046" y="404803"/>
                  <a:pt x="6699772" y="405207"/>
                </a:cubicBezTo>
                <a:lnTo>
                  <a:pt x="6699955" y="405398"/>
                </a:lnTo>
                <a:lnTo>
                  <a:pt x="6707613" y="405391"/>
                </a:lnTo>
                <a:cubicBezTo>
                  <a:pt x="6720579" y="404964"/>
                  <a:pt x="6733235" y="404157"/>
                  <a:pt x="6745320" y="403067"/>
                </a:cubicBezTo>
                <a:cubicBezTo>
                  <a:pt x="6754341" y="413640"/>
                  <a:pt x="6799607" y="403591"/>
                  <a:pt x="6792811" y="422483"/>
                </a:cubicBezTo>
                <a:cubicBezTo>
                  <a:pt x="6809051" y="421579"/>
                  <a:pt x="6819592" y="414071"/>
                  <a:pt x="6812882" y="426365"/>
                </a:cubicBezTo>
                <a:cubicBezTo>
                  <a:pt x="6818190" y="426427"/>
                  <a:pt x="6821340" y="427635"/>
                  <a:pt x="6823500" y="429406"/>
                </a:cubicBezTo>
                <a:lnTo>
                  <a:pt x="6824098" y="430219"/>
                </a:lnTo>
                <a:lnTo>
                  <a:pt x="6860252" y="427902"/>
                </a:lnTo>
                <a:lnTo>
                  <a:pt x="6864904" y="429051"/>
                </a:lnTo>
                <a:lnTo>
                  <a:pt x="6888662" y="425676"/>
                </a:lnTo>
                <a:lnTo>
                  <a:pt x="6900835" y="424926"/>
                </a:lnTo>
                <a:lnTo>
                  <a:pt x="6904484" y="422663"/>
                </a:lnTo>
                <a:cubicBezTo>
                  <a:pt x="6908310" y="421358"/>
                  <a:pt x="6913643" y="420956"/>
                  <a:pt x="6922346" y="422599"/>
                </a:cubicBezTo>
                <a:lnTo>
                  <a:pt x="6924318" y="423364"/>
                </a:lnTo>
                <a:lnTo>
                  <a:pt x="6939344" y="420433"/>
                </a:lnTo>
                <a:cubicBezTo>
                  <a:pt x="6944233" y="418988"/>
                  <a:pt x="6948630" y="417072"/>
                  <a:pt x="6952296" y="414496"/>
                </a:cubicBezTo>
                <a:cubicBezTo>
                  <a:pt x="7000688" y="431217"/>
                  <a:pt x="7049150" y="419963"/>
                  <a:pt x="7103052" y="424841"/>
                </a:cubicBezTo>
                <a:cubicBezTo>
                  <a:pt x="7164010" y="424075"/>
                  <a:pt x="7206372" y="421142"/>
                  <a:pt x="7246485" y="421500"/>
                </a:cubicBezTo>
                <a:cubicBezTo>
                  <a:pt x="7265321" y="420068"/>
                  <a:pt x="7402761" y="419300"/>
                  <a:pt x="7391440" y="426989"/>
                </a:cubicBezTo>
                <a:cubicBezTo>
                  <a:pt x="7449760" y="412020"/>
                  <a:pt x="7483675" y="432993"/>
                  <a:pt x="7548358" y="427860"/>
                </a:cubicBezTo>
                <a:cubicBezTo>
                  <a:pt x="7581191" y="448534"/>
                  <a:pt x="7564154" y="429985"/>
                  <a:pt x="7599893" y="435145"/>
                </a:cubicBezTo>
                <a:cubicBezTo>
                  <a:pt x="7591842" y="417079"/>
                  <a:pt x="7642712" y="446949"/>
                  <a:pt x="7646750" y="427135"/>
                </a:cubicBezTo>
                <a:cubicBezTo>
                  <a:pt x="7653127" y="428699"/>
                  <a:pt x="7659175" y="430843"/>
                  <a:pt x="7665217" y="433142"/>
                </a:cubicBezTo>
                <a:lnTo>
                  <a:pt x="7668385" y="434335"/>
                </a:lnTo>
                <a:lnTo>
                  <a:pt x="7681420" y="435671"/>
                </a:lnTo>
                <a:lnTo>
                  <a:pt x="7684651" y="440352"/>
                </a:lnTo>
                <a:lnTo>
                  <a:pt x="7843050" y="447862"/>
                </a:lnTo>
                <a:cubicBezTo>
                  <a:pt x="7856954" y="444866"/>
                  <a:pt x="7901943" y="445305"/>
                  <a:pt x="7911637" y="451302"/>
                </a:cubicBezTo>
                <a:cubicBezTo>
                  <a:pt x="7921260" y="452613"/>
                  <a:pt x="7931762" y="450506"/>
                  <a:pt x="7937365" y="456923"/>
                </a:cubicBezTo>
                <a:cubicBezTo>
                  <a:pt x="7958268" y="460697"/>
                  <a:pt x="8006140" y="469374"/>
                  <a:pt x="8037057" y="473946"/>
                </a:cubicBezTo>
                <a:cubicBezTo>
                  <a:pt x="8053719" y="465869"/>
                  <a:pt x="8079882" y="482269"/>
                  <a:pt x="8122868" y="484360"/>
                </a:cubicBezTo>
                <a:cubicBezTo>
                  <a:pt x="8141102" y="475018"/>
                  <a:pt x="8151839" y="485898"/>
                  <a:pt x="8186750" y="473523"/>
                </a:cubicBezTo>
                <a:cubicBezTo>
                  <a:pt x="8188181" y="474802"/>
                  <a:pt x="8189967" y="475991"/>
                  <a:pt x="8192054" y="477054"/>
                </a:cubicBezTo>
                <a:cubicBezTo>
                  <a:pt x="8204181" y="483229"/>
                  <a:pt x="8223618" y="483903"/>
                  <a:pt x="8235470" y="478559"/>
                </a:cubicBezTo>
                <a:cubicBezTo>
                  <a:pt x="8291101" y="462191"/>
                  <a:pt x="8341536" y="464111"/>
                  <a:pt x="8388968" y="461607"/>
                </a:cubicBezTo>
                <a:cubicBezTo>
                  <a:pt x="8442578" y="460760"/>
                  <a:pt x="8406478" y="480371"/>
                  <a:pt x="8473770" y="465162"/>
                </a:cubicBezTo>
                <a:cubicBezTo>
                  <a:pt x="8480755" y="472463"/>
                  <a:pt x="8489229" y="473028"/>
                  <a:pt x="8503642" y="470008"/>
                </a:cubicBezTo>
                <a:cubicBezTo>
                  <a:pt x="8529673" y="470128"/>
                  <a:pt x="8527062" y="487947"/>
                  <a:pt x="8553701" y="477906"/>
                </a:cubicBezTo>
                <a:cubicBezTo>
                  <a:pt x="8548666" y="487380"/>
                  <a:pt x="8602920" y="482977"/>
                  <a:pt x="8590556" y="492632"/>
                </a:cubicBezTo>
                <a:cubicBezTo>
                  <a:pt x="8607202" y="501847"/>
                  <a:pt x="8616076" y="487671"/>
                  <a:pt x="8632638" y="495738"/>
                </a:cubicBezTo>
                <a:cubicBezTo>
                  <a:pt x="8651555" y="498034"/>
                  <a:pt x="8622103" y="485174"/>
                  <a:pt x="8643140" y="485045"/>
                </a:cubicBezTo>
                <a:cubicBezTo>
                  <a:pt x="8668580" y="486622"/>
                  <a:pt x="8669151" y="469012"/>
                  <a:pt x="8687917" y="492071"/>
                </a:cubicBezTo>
                <a:lnTo>
                  <a:pt x="8755765" y="503982"/>
                </a:lnTo>
                <a:cubicBezTo>
                  <a:pt x="8771235" y="498879"/>
                  <a:pt x="8783355" y="502055"/>
                  <a:pt x="8795085" y="507904"/>
                </a:cubicBezTo>
                <a:cubicBezTo>
                  <a:pt x="8830601" y="507703"/>
                  <a:pt x="8862574" y="517087"/>
                  <a:pt x="8902279" y="521818"/>
                </a:cubicBezTo>
                <a:cubicBezTo>
                  <a:pt x="8945651" y="516972"/>
                  <a:pt x="8967057" y="533201"/>
                  <a:pt x="9009490" y="538194"/>
                </a:cubicBezTo>
                <a:cubicBezTo>
                  <a:pt x="9052268" y="525380"/>
                  <a:pt x="9036250" y="560823"/>
                  <a:pt x="9072120" y="561668"/>
                </a:cubicBezTo>
                <a:cubicBezTo>
                  <a:pt x="9131058" y="551067"/>
                  <a:pt x="9070119" y="573588"/>
                  <a:pt x="9160343" y="573641"/>
                </a:cubicBezTo>
                <a:cubicBezTo>
                  <a:pt x="9165546" y="571624"/>
                  <a:pt x="9176314" y="574580"/>
                  <a:pt x="9174981" y="577663"/>
                </a:cubicBezTo>
                <a:cubicBezTo>
                  <a:pt x="9194754" y="577552"/>
                  <a:pt x="9250657" y="598403"/>
                  <a:pt x="9278987" y="596161"/>
                </a:cubicBezTo>
                <a:cubicBezTo>
                  <a:pt x="9333518" y="607930"/>
                  <a:pt x="9360905" y="594322"/>
                  <a:pt x="9400617" y="598994"/>
                </a:cubicBezTo>
                <a:cubicBezTo>
                  <a:pt x="9446163" y="611997"/>
                  <a:pt x="9472711" y="623279"/>
                  <a:pt x="9552261" y="650991"/>
                </a:cubicBezTo>
                <a:lnTo>
                  <a:pt x="9822258" y="730484"/>
                </a:lnTo>
                <a:cubicBezTo>
                  <a:pt x="9922385" y="789120"/>
                  <a:pt x="10051976" y="757267"/>
                  <a:pt x="10113244" y="761586"/>
                </a:cubicBezTo>
                <a:cubicBezTo>
                  <a:pt x="10138637" y="744147"/>
                  <a:pt x="10159221" y="763482"/>
                  <a:pt x="10189871" y="756395"/>
                </a:cubicBezTo>
                <a:cubicBezTo>
                  <a:pt x="10258060" y="752560"/>
                  <a:pt x="10325745" y="732743"/>
                  <a:pt x="10414253" y="746175"/>
                </a:cubicBezTo>
                <a:cubicBezTo>
                  <a:pt x="10454148" y="691579"/>
                  <a:pt x="10557884" y="724489"/>
                  <a:pt x="10642574" y="693308"/>
                </a:cubicBezTo>
                <a:cubicBezTo>
                  <a:pt x="10691734" y="686941"/>
                  <a:pt x="10768969" y="714056"/>
                  <a:pt x="10786007" y="684599"/>
                </a:cubicBezTo>
                <a:cubicBezTo>
                  <a:pt x="10808505" y="702627"/>
                  <a:pt x="10829561" y="673505"/>
                  <a:pt x="10854151" y="670921"/>
                </a:cubicBezTo>
                <a:cubicBezTo>
                  <a:pt x="10873781" y="682384"/>
                  <a:pt x="10883521" y="672470"/>
                  <a:pt x="10901354" y="670267"/>
                </a:cubicBezTo>
                <a:cubicBezTo>
                  <a:pt x="10909430" y="677337"/>
                  <a:pt x="10924523" y="676969"/>
                  <a:pt x="10929658" y="668675"/>
                </a:cubicBezTo>
                <a:cubicBezTo>
                  <a:pt x="10922372" y="649553"/>
                  <a:pt x="10974790" y="659092"/>
                  <a:pt x="10978685" y="645904"/>
                </a:cubicBezTo>
                <a:cubicBezTo>
                  <a:pt x="11009109" y="643153"/>
                  <a:pt x="11141217" y="659897"/>
                  <a:pt x="11163594" y="638786"/>
                </a:cubicBezTo>
                <a:cubicBezTo>
                  <a:pt x="11225103" y="628762"/>
                  <a:pt x="11314002" y="662346"/>
                  <a:pt x="11340142" y="661756"/>
                </a:cubicBezTo>
                <a:cubicBezTo>
                  <a:pt x="11366080" y="700322"/>
                  <a:pt x="11492322" y="598682"/>
                  <a:pt x="11603318" y="596522"/>
                </a:cubicBezTo>
                <a:cubicBezTo>
                  <a:pt x="11618275" y="600244"/>
                  <a:pt x="11626270" y="600194"/>
                  <a:pt x="11630282" y="591403"/>
                </a:cubicBezTo>
                <a:cubicBezTo>
                  <a:pt x="11659139" y="586325"/>
                  <a:pt x="11716067" y="578023"/>
                  <a:pt x="11776458" y="566050"/>
                </a:cubicBezTo>
                <a:cubicBezTo>
                  <a:pt x="11821845" y="556174"/>
                  <a:pt x="12045365" y="564769"/>
                  <a:pt x="12105816" y="554311"/>
                </a:cubicBezTo>
                <a:lnTo>
                  <a:pt x="12192000" y="507672"/>
                </a:lnTo>
                <a:lnTo>
                  <a:pt x="12192000" y="2530382"/>
                </a:lnTo>
                <a:lnTo>
                  <a:pt x="12192000" y="3315691"/>
                </a:lnTo>
                <a:lnTo>
                  <a:pt x="12192000" y="4541267"/>
                </a:lnTo>
                <a:lnTo>
                  <a:pt x="0" y="4541267"/>
                </a:lnTo>
                <a:lnTo>
                  <a:pt x="0" y="3315691"/>
                </a:lnTo>
                <a:lnTo>
                  <a:pt x="0" y="2530382"/>
                </a:lnTo>
                <a:lnTo>
                  <a:pt x="0" y="394082"/>
                </a:lnTo>
                <a:lnTo>
                  <a:pt x="3948" y="393322"/>
                </a:lnTo>
                <a:cubicBezTo>
                  <a:pt x="38999" y="387589"/>
                  <a:pt x="58344" y="387309"/>
                  <a:pt x="79987" y="383500"/>
                </a:cubicBezTo>
                <a:cubicBezTo>
                  <a:pt x="115029" y="374657"/>
                  <a:pt x="152100" y="354597"/>
                  <a:pt x="173247" y="348155"/>
                </a:cubicBezTo>
                <a:lnTo>
                  <a:pt x="206877" y="344844"/>
                </a:lnTo>
                <a:lnTo>
                  <a:pt x="205655" y="338590"/>
                </a:lnTo>
                <a:lnTo>
                  <a:pt x="218147" y="338130"/>
                </a:lnTo>
                <a:lnTo>
                  <a:pt x="246031" y="337978"/>
                </a:lnTo>
                <a:cubicBezTo>
                  <a:pt x="263431" y="337031"/>
                  <a:pt x="311815" y="338530"/>
                  <a:pt x="329529" y="336242"/>
                </a:cubicBezTo>
                <a:cubicBezTo>
                  <a:pt x="334639" y="329571"/>
                  <a:pt x="342526" y="325934"/>
                  <a:pt x="352311" y="324249"/>
                </a:cubicBezTo>
                <a:lnTo>
                  <a:pt x="373861" y="324061"/>
                </a:lnTo>
                <a:lnTo>
                  <a:pt x="498838" y="307987"/>
                </a:lnTo>
                <a:lnTo>
                  <a:pt x="516021" y="306785"/>
                </a:lnTo>
                <a:lnTo>
                  <a:pt x="525327" y="301396"/>
                </a:lnTo>
                <a:cubicBezTo>
                  <a:pt x="532431" y="300319"/>
                  <a:pt x="552839" y="301014"/>
                  <a:pt x="558651" y="300324"/>
                </a:cubicBezTo>
                <a:lnTo>
                  <a:pt x="560193" y="297256"/>
                </a:lnTo>
                <a:cubicBezTo>
                  <a:pt x="578707" y="292354"/>
                  <a:pt x="648345" y="276030"/>
                  <a:pt x="669729" y="270914"/>
                </a:cubicBezTo>
                <a:cubicBezTo>
                  <a:pt x="674001" y="275630"/>
                  <a:pt x="683567" y="268182"/>
                  <a:pt x="688496" y="266563"/>
                </a:cubicBezTo>
                <a:cubicBezTo>
                  <a:pt x="689259" y="269739"/>
                  <a:pt x="701191" y="270708"/>
                  <a:pt x="704711" y="267882"/>
                </a:cubicBezTo>
                <a:cubicBezTo>
                  <a:pt x="788593" y="252386"/>
                  <a:pt x="746605" y="284407"/>
                  <a:pt x="794485" y="264121"/>
                </a:cubicBezTo>
                <a:cubicBezTo>
                  <a:pt x="802955" y="262777"/>
                  <a:pt x="809819" y="264059"/>
                  <a:pt x="815839" y="266431"/>
                </a:cubicBezTo>
                <a:lnTo>
                  <a:pt x="824819" y="271306"/>
                </a:lnTo>
                <a:lnTo>
                  <a:pt x="859579" y="262094"/>
                </a:lnTo>
                <a:cubicBezTo>
                  <a:pt x="876701" y="258883"/>
                  <a:pt x="894722" y="256754"/>
                  <a:pt x="913213" y="255782"/>
                </a:cubicBezTo>
                <a:cubicBezTo>
                  <a:pt x="917362" y="262272"/>
                  <a:pt x="931876" y="253051"/>
                  <a:pt x="938704" y="251225"/>
                </a:cubicBezTo>
                <a:cubicBezTo>
                  <a:pt x="938775" y="255464"/>
                  <a:pt x="953903" y="257496"/>
                  <a:pt x="959272" y="253991"/>
                </a:cubicBezTo>
                <a:cubicBezTo>
                  <a:pt x="1072096" y="238840"/>
                  <a:pt x="1008611" y="278434"/>
                  <a:pt x="1076317" y="254692"/>
                </a:cubicBezTo>
                <a:cubicBezTo>
                  <a:pt x="1087643" y="253454"/>
                  <a:pt x="1096141" y="255578"/>
                  <a:pt x="1103231" y="259087"/>
                </a:cubicBezTo>
                <a:lnTo>
                  <a:pt x="1115987" y="267847"/>
                </a:lnTo>
                <a:lnTo>
                  <a:pt x="1125983" y="264723"/>
                </a:lnTo>
                <a:cubicBezTo>
                  <a:pt x="1163707" y="264478"/>
                  <a:pt x="1174830" y="273456"/>
                  <a:pt x="1196778" y="264412"/>
                </a:cubicBezTo>
                <a:cubicBezTo>
                  <a:pt x="1229213" y="283211"/>
                  <a:pt x="1218291" y="266286"/>
                  <a:pt x="1242961" y="263409"/>
                </a:cubicBezTo>
                <a:cubicBezTo>
                  <a:pt x="1262423" y="259661"/>
                  <a:pt x="1226693" y="252448"/>
                  <a:pt x="1245768" y="251383"/>
                </a:cubicBezTo>
                <a:cubicBezTo>
                  <a:pt x="1266403" y="256236"/>
                  <a:pt x="1265433" y="241163"/>
                  <a:pt x="1286892" y="247098"/>
                </a:cubicBezTo>
                <a:cubicBezTo>
                  <a:pt x="1281679" y="258454"/>
                  <a:pt x="1329238" y="244897"/>
                  <a:pt x="1330717" y="254818"/>
                </a:cubicBezTo>
                <a:cubicBezTo>
                  <a:pt x="1348944" y="240632"/>
                  <a:pt x="1358102" y="258108"/>
                  <a:pt x="1382372" y="253736"/>
                </a:cubicBezTo>
                <a:cubicBezTo>
                  <a:pt x="1393801" y="248369"/>
                  <a:pt x="1402047" y="247448"/>
                  <a:pt x="1413281" y="253220"/>
                </a:cubicBezTo>
                <a:cubicBezTo>
                  <a:pt x="1465930" y="227092"/>
                  <a:pt x="1445133" y="252051"/>
                  <a:pt x="1494404" y="242003"/>
                </a:cubicBezTo>
                <a:cubicBezTo>
                  <a:pt x="1536853" y="231436"/>
                  <a:pt x="1584973" y="224580"/>
                  <a:pt x="1626029" y="199353"/>
                </a:cubicBezTo>
                <a:cubicBezTo>
                  <a:pt x="1633565" y="192206"/>
                  <a:pt x="1652069" y="189501"/>
                  <a:pt x="1667354" y="193310"/>
                </a:cubicBezTo>
                <a:cubicBezTo>
                  <a:pt x="1669981" y="193966"/>
                  <a:pt x="1672417" y="194795"/>
                  <a:pt x="1674578" y="195769"/>
                </a:cubicBezTo>
                <a:cubicBezTo>
                  <a:pt x="1710071" y="191910"/>
                  <a:pt x="1839891" y="174674"/>
                  <a:pt x="1880316" y="170155"/>
                </a:cubicBezTo>
                <a:cubicBezTo>
                  <a:pt x="1883589" y="179337"/>
                  <a:pt x="1904031" y="162769"/>
                  <a:pt x="1917126" y="168655"/>
                </a:cubicBezTo>
                <a:cubicBezTo>
                  <a:pt x="1926505" y="173820"/>
                  <a:pt x="1934895" y="169998"/>
                  <a:pt x="1944692" y="169592"/>
                </a:cubicBezTo>
                <a:cubicBezTo>
                  <a:pt x="1957598" y="173652"/>
                  <a:pt x="1999691" y="166319"/>
                  <a:pt x="2010665" y="161060"/>
                </a:cubicBezTo>
                <a:cubicBezTo>
                  <a:pt x="2036890" y="142784"/>
                  <a:pt x="2096481" y="156356"/>
                  <a:pt x="2118270" y="142353"/>
                </a:cubicBezTo>
                <a:cubicBezTo>
                  <a:pt x="2126176" y="140299"/>
                  <a:pt x="2133912" y="139468"/>
                  <a:pt x="2141504" y="139398"/>
                </a:cubicBezTo>
                <a:lnTo>
                  <a:pt x="2162752" y="140940"/>
                </a:lnTo>
                <a:lnTo>
                  <a:pt x="2168793" y="144854"/>
                </a:lnTo>
                <a:lnTo>
                  <a:pt x="2181778" y="143885"/>
                </a:lnTo>
                <a:lnTo>
                  <a:pt x="2185499" y="144480"/>
                </a:lnTo>
                <a:cubicBezTo>
                  <a:pt x="2192607" y="145635"/>
                  <a:pt x="2199623" y="146640"/>
                  <a:pt x="2206566" y="147037"/>
                </a:cubicBezTo>
                <a:cubicBezTo>
                  <a:pt x="2197435" y="127408"/>
                  <a:pt x="2264127" y="147183"/>
                  <a:pt x="2244903" y="131308"/>
                </a:cubicBezTo>
                <a:cubicBezTo>
                  <a:pt x="2281469" y="130079"/>
                  <a:pt x="2253577" y="115293"/>
                  <a:pt x="2297531" y="129388"/>
                </a:cubicBezTo>
                <a:cubicBezTo>
                  <a:pt x="2354302" y="113338"/>
                  <a:pt x="2443792" y="119311"/>
                  <a:pt x="2488258" y="94958"/>
                </a:cubicBezTo>
                <a:cubicBezTo>
                  <a:pt x="2482735" y="104256"/>
                  <a:pt x="2506662" y="111470"/>
                  <a:pt x="2523236" y="106856"/>
                </a:cubicBezTo>
                <a:cubicBezTo>
                  <a:pt x="2503860" y="143341"/>
                  <a:pt x="2588767" y="73980"/>
                  <a:pt x="2603355" y="98877"/>
                </a:cubicBezTo>
                <a:cubicBezTo>
                  <a:pt x="2604074" y="75764"/>
                  <a:pt x="2678357" y="36570"/>
                  <a:pt x="2713319" y="55535"/>
                </a:cubicBezTo>
                <a:cubicBezTo>
                  <a:pt x="2766583" y="50906"/>
                  <a:pt x="2804300" y="31801"/>
                  <a:pt x="2860143" y="39439"/>
                </a:cubicBezTo>
                <a:cubicBezTo>
                  <a:pt x="2861876" y="36347"/>
                  <a:pt x="2864716" y="33758"/>
                  <a:pt x="2868320" y="31535"/>
                </a:cubicBezTo>
                <a:lnTo>
                  <a:pt x="2880379" y="26144"/>
                </a:lnTo>
                <a:lnTo>
                  <a:pt x="2882710" y="26536"/>
                </a:lnTo>
                <a:cubicBezTo>
                  <a:pt x="2891868" y="26606"/>
                  <a:pt x="2896557" y="25303"/>
                  <a:pt x="2899268" y="23397"/>
                </a:cubicBezTo>
                <a:lnTo>
                  <a:pt x="2901185" y="20606"/>
                </a:lnTo>
                <a:lnTo>
                  <a:pt x="2912009" y="17792"/>
                </a:lnTo>
                <a:lnTo>
                  <a:pt x="2931895" y="10473"/>
                </a:lnTo>
                <a:lnTo>
                  <a:pt x="2936965" y="10769"/>
                </a:lnTo>
                <a:lnTo>
                  <a:pt x="2969058" y="2323"/>
                </a:lnTo>
                <a:lnTo>
                  <a:pt x="2970141" y="2998"/>
                </a:lnTo>
                <a:cubicBezTo>
                  <a:pt x="2973299" y="4318"/>
                  <a:pt x="2977016" y="4929"/>
                  <a:pt x="2981985" y="4074"/>
                </a:cubicBezTo>
                <a:cubicBezTo>
                  <a:pt x="2983743" y="16976"/>
                  <a:pt x="2988657" y="7987"/>
                  <a:pt x="3003160" y="4325"/>
                </a:cubicBezTo>
                <a:cubicBezTo>
                  <a:pt x="3009129" y="23546"/>
                  <a:pt x="3044664" y="6144"/>
                  <a:pt x="3059919" y="14691"/>
                </a:cubicBezTo>
                <a:cubicBezTo>
                  <a:pt x="3070442" y="11568"/>
                  <a:pt x="3081678" y="8616"/>
                  <a:pt x="3093450" y="5974"/>
                </a:cubicBezTo>
                <a:lnTo>
                  <a:pt x="3188029" y="4647"/>
                </a:lnTo>
                <a:lnTo>
                  <a:pt x="3287078" y="20127"/>
                </a:lnTo>
                <a:cubicBezTo>
                  <a:pt x="3323715" y="20464"/>
                  <a:pt x="3355440" y="26213"/>
                  <a:pt x="3386448" y="22159"/>
                </a:cubicBezTo>
                <a:cubicBezTo>
                  <a:pt x="3399044" y="26631"/>
                  <a:pt x="3410916" y="28437"/>
                  <a:pt x="3422427" y="21744"/>
                </a:cubicBezTo>
                <a:cubicBezTo>
                  <a:pt x="3456617" y="23977"/>
                  <a:pt x="3464894" y="33535"/>
                  <a:pt x="3486559" y="26080"/>
                </a:cubicBezTo>
                <a:cubicBezTo>
                  <a:pt x="3505768" y="41541"/>
                  <a:pt x="3506905" y="35640"/>
                  <a:pt x="3515932" y="31213"/>
                </a:cubicBezTo>
                <a:lnTo>
                  <a:pt x="3517220" y="30897"/>
                </a:lnTo>
                <a:lnTo>
                  <a:pt x="3519845" y="33107"/>
                </a:lnTo>
                <a:lnTo>
                  <a:pt x="3525279" y="34130"/>
                </a:lnTo>
                <a:lnTo>
                  <a:pt x="3540113" y="33471"/>
                </a:lnTo>
                <a:lnTo>
                  <a:pt x="3545692" y="32654"/>
                </a:lnTo>
                <a:cubicBezTo>
                  <a:pt x="3549534" y="32302"/>
                  <a:pt x="3552087" y="32342"/>
                  <a:pt x="3553854" y="32669"/>
                </a:cubicBezTo>
                <a:lnTo>
                  <a:pt x="3554058" y="32851"/>
                </a:lnTo>
                <a:lnTo>
                  <a:pt x="3561703" y="32512"/>
                </a:lnTo>
                <a:cubicBezTo>
                  <a:pt x="3574605" y="31522"/>
                  <a:pt x="3587161" y="30167"/>
                  <a:pt x="3599112" y="28556"/>
                </a:cubicBezTo>
                <a:cubicBezTo>
                  <a:pt x="3609218" y="38704"/>
                  <a:pt x="3653377" y="26717"/>
                  <a:pt x="3648544" y="45847"/>
                </a:cubicBezTo>
                <a:cubicBezTo>
                  <a:pt x="3664665" y="44241"/>
                  <a:pt x="3674416" y="36298"/>
                  <a:pt x="3668987" y="48845"/>
                </a:cubicBezTo>
                <a:cubicBezTo>
                  <a:pt x="3674294" y="48677"/>
                  <a:pt x="3677564" y="49743"/>
                  <a:pt x="3679906" y="51414"/>
                </a:cubicBezTo>
                <a:lnTo>
                  <a:pt x="3680583" y="52200"/>
                </a:lnTo>
                <a:lnTo>
                  <a:pt x="3716448" y="48317"/>
                </a:lnTo>
                <a:lnTo>
                  <a:pt x="3721210" y="49261"/>
                </a:lnTo>
                <a:lnTo>
                  <a:pt x="3744585" y="44862"/>
                </a:lnTo>
                <a:lnTo>
                  <a:pt x="3756664" y="43587"/>
                </a:lnTo>
                <a:lnTo>
                  <a:pt x="3760076" y="41172"/>
                </a:lnTo>
                <a:cubicBezTo>
                  <a:pt x="3763760" y="39705"/>
                  <a:pt x="3769040" y="39072"/>
                  <a:pt x="3777900" y="40331"/>
                </a:cubicBezTo>
                <a:lnTo>
                  <a:pt x="3779950" y="41010"/>
                </a:lnTo>
                <a:lnTo>
                  <a:pt x="3794650" y="37433"/>
                </a:lnTo>
                <a:cubicBezTo>
                  <a:pt x="3799384" y="35781"/>
                  <a:pt x="3803575" y="33678"/>
                  <a:pt x="3806969" y="30953"/>
                </a:cubicBezTo>
                <a:cubicBezTo>
                  <a:pt x="3857022" y="45517"/>
                  <a:pt x="3904249" y="32192"/>
                  <a:pt x="3958577" y="34711"/>
                </a:cubicBezTo>
                <a:cubicBezTo>
                  <a:pt x="3982063" y="57372"/>
                  <a:pt x="4075943" y="29627"/>
                  <a:pt x="4089430" y="7656"/>
                </a:cubicBezTo>
                <a:cubicBezTo>
                  <a:pt x="4089735" y="26908"/>
                  <a:pt x="4157813" y="693"/>
                  <a:pt x="4175374" y="1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E552C3-9DF6-61B1-629B-BE12AF949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028" y="1562669"/>
            <a:ext cx="4873214" cy="24565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KIBO Business Plan and Implementation</a:t>
            </a:r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B5AAC39E-8294-44DC-AB9F-2B9F22C39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5112" y="624293"/>
            <a:ext cx="4710493" cy="559671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5F6F5"/>
          </a:solidFill>
          <a:ln>
            <a:noFill/>
          </a:ln>
          <a:effectLst>
            <a:outerShdw blurRad="25400" dist="25400" dir="30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7" name="Rectangle 6">
            <a:extLst>
              <a:ext uri="{FF2B5EF4-FFF2-40B4-BE49-F238E27FC236}">
                <a16:creationId xmlns:a16="http://schemas.microsoft.com/office/drawing/2014/main" id="{11685A1B-C158-49A6-BF8F-0D4868852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94856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ESA - Do business with ESA">
            <a:extLst>
              <a:ext uri="{FF2B5EF4-FFF2-40B4-BE49-F238E27FC236}">
                <a16:creationId xmlns:a16="http://schemas.microsoft.com/office/drawing/2014/main" id="{EEF21B0A-ADAE-7BCB-87CD-667638124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92" r="21583" b="-1"/>
          <a:stretch>
            <a:fillRect/>
          </a:stretch>
        </p:blipFill>
        <p:spPr bwMode="auto">
          <a:xfrm>
            <a:off x="807758" y="790233"/>
            <a:ext cx="4376982" cy="526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590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CD76C-85E3-606A-C6CF-16EBE6E6D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GCP Cost (Current Project)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0F0FB1-C4A1-498B-0226-2822A3687B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064753"/>
              </p:ext>
            </p:extLst>
          </p:nvPr>
        </p:nvGraphicFramePr>
        <p:xfrm>
          <a:off x="4502428" y="1395607"/>
          <a:ext cx="7225751" cy="406679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89800">
                  <a:extLst>
                    <a:ext uri="{9D8B030D-6E8A-4147-A177-3AD203B41FA5}">
                      <a16:colId xmlns:a16="http://schemas.microsoft.com/office/drawing/2014/main" val="3962964887"/>
                    </a:ext>
                  </a:extLst>
                </a:gridCol>
                <a:gridCol w="1941016">
                  <a:extLst>
                    <a:ext uri="{9D8B030D-6E8A-4147-A177-3AD203B41FA5}">
                      <a16:colId xmlns:a16="http://schemas.microsoft.com/office/drawing/2014/main" val="3587452092"/>
                    </a:ext>
                  </a:extLst>
                </a:gridCol>
                <a:gridCol w="715603">
                  <a:extLst>
                    <a:ext uri="{9D8B030D-6E8A-4147-A177-3AD203B41FA5}">
                      <a16:colId xmlns:a16="http://schemas.microsoft.com/office/drawing/2014/main" val="2081403011"/>
                    </a:ext>
                  </a:extLst>
                </a:gridCol>
                <a:gridCol w="823479">
                  <a:extLst>
                    <a:ext uri="{9D8B030D-6E8A-4147-A177-3AD203B41FA5}">
                      <a16:colId xmlns:a16="http://schemas.microsoft.com/office/drawing/2014/main" val="766181228"/>
                    </a:ext>
                  </a:extLst>
                </a:gridCol>
                <a:gridCol w="870676">
                  <a:extLst>
                    <a:ext uri="{9D8B030D-6E8A-4147-A177-3AD203B41FA5}">
                      <a16:colId xmlns:a16="http://schemas.microsoft.com/office/drawing/2014/main" val="1439583990"/>
                    </a:ext>
                  </a:extLst>
                </a:gridCol>
                <a:gridCol w="922929">
                  <a:extLst>
                    <a:ext uri="{9D8B030D-6E8A-4147-A177-3AD203B41FA5}">
                      <a16:colId xmlns:a16="http://schemas.microsoft.com/office/drawing/2014/main" val="3705808240"/>
                    </a:ext>
                  </a:extLst>
                </a:gridCol>
                <a:gridCol w="862248">
                  <a:extLst>
                    <a:ext uri="{9D8B030D-6E8A-4147-A177-3AD203B41FA5}">
                      <a16:colId xmlns:a16="http://schemas.microsoft.com/office/drawing/2014/main" val="44997379"/>
                    </a:ext>
                  </a:extLst>
                </a:gridCol>
              </a:tblGrid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Service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Component Name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Quantity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Region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Service ID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SKU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Total Price (USD)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3420020559"/>
                  </a:ext>
                </a:extLst>
              </a:tr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Search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(Agent Platform Agents)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Vertex AI Search: Search API Request Count - Standard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99,998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global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74B1-77CF-C302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BADA-EE26-7BDA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$134.997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2186976722"/>
                  </a:ext>
                </a:extLst>
              </a:tr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Search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(Agent Platform Agents)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Vertex AI Search: Search API Request Count - Enterprise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global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74B1-77CF-C302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93D6-7280-CF05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$0.000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879073266"/>
                  </a:ext>
                </a:extLst>
              </a:tr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Search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(Agent Platform Agents)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Vertex AI Search: Search API Request Count - LLM Add-on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global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74B1-77CF-C302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151B-D7A2-B5B5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$0.000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3164926225"/>
                  </a:ext>
                </a:extLst>
              </a:tr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Search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(Agent Platform Agents)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Vertex AI Search and Conversation: Data Index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global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74B1-77CF-C302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BC7D-6A97-90F8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$0.000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613493536"/>
                  </a:ext>
                </a:extLst>
              </a:tr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PostgreSQL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(Cloud SQL)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Cloud SQL for PostgreSQL: Zonal - vCPU in Jakarta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1,460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asia-southeast2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9662-B51E-5089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283B-F56E-6593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$78.402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3387202479"/>
                  </a:ext>
                </a:extLst>
              </a:tr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PostgreSQL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(Cloud SQL)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Cloud SQL for PostgreSQL: Zonal - RAM in Jakarta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5,475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asia-southeast2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9662-B51E-5089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6C90-4678-F5DD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$49.823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487692897"/>
                  </a:ext>
                </a:extLst>
              </a:tr>
              <a:tr h="5684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PostgreSQL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(Cloud SQL)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Cloud SQL for PostgreSQL: Zonal - Standard storage in Jakarta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7,300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asia-southeast2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9662-B51E-5089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261C-8069-2AD8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$2.210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2093292320"/>
                  </a:ext>
                </a:extLst>
              </a:tr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Cloud Storage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Standard Storage Jakarta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asia-southeast2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95FF-2EF5-5EA1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DB0A-37C5-4E19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$0.115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2013191188"/>
                  </a:ext>
                </a:extLst>
              </a:tr>
              <a:tr h="24486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TOTAL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$265.546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1955372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521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83899-C2B8-221D-F8AC-2C74C76F0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Scalibility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and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Rollout Strategy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BA4443-7C86-8EE9-19EF-810F72196B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2713425"/>
              </p:ext>
            </p:extLst>
          </p:nvPr>
        </p:nvGraphicFramePr>
        <p:xfrm>
          <a:off x="4346678" y="772138"/>
          <a:ext cx="4032788" cy="5331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A194BCC-8A43-21E3-927F-C303BC6180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9925482"/>
              </p:ext>
            </p:extLst>
          </p:nvPr>
        </p:nvGraphicFramePr>
        <p:xfrm>
          <a:off x="8825233" y="772138"/>
          <a:ext cx="2921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92887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E3816-AEEF-1D70-D505-40E030957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700">
                <a:solidFill>
                  <a:srgbClr val="FFFFFF"/>
                </a:solidFill>
              </a:rPr>
              <a:t>Implementation Required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5BC58-A94F-778E-7782-91E8FA624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Database </a:t>
            </a:r>
          </a:p>
          <a:p>
            <a:r>
              <a:rPr lang="en-US" sz="2000" dirty="0"/>
              <a:t>Branch specific stock (each branch has its own ID)</a:t>
            </a:r>
          </a:p>
          <a:p>
            <a:r>
              <a:rPr lang="en-US" sz="2000" dirty="0"/>
              <a:t>Connecting to existing ERP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Authentication</a:t>
            </a:r>
          </a:p>
          <a:p>
            <a:r>
              <a:rPr lang="en-US" sz="2000" dirty="0"/>
              <a:t>Auth middleware (roles : admin, staff)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Infrastructure</a:t>
            </a:r>
          </a:p>
          <a:p>
            <a:r>
              <a:rPr lang="en-US" sz="2000" dirty="0"/>
              <a:t>Cloud run &gt; 0 to eliminate cold start</a:t>
            </a:r>
          </a:p>
          <a:p>
            <a:r>
              <a:rPr lang="en-US" sz="2000" dirty="0"/>
              <a:t>Cost limiter, cost alert</a:t>
            </a:r>
          </a:p>
          <a:p>
            <a:r>
              <a:rPr lang="en-US" sz="2000" dirty="0"/>
              <a:t>Incorporate caching (</a:t>
            </a:r>
            <a:r>
              <a:rPr lang="en-US" sz="2000" dirty="0" err="1"/>
              <a:t>redis</a:t>
            </a:r>
            <a:r>
              <a:rPr lang="en-US" sz="2000" dirty="0"/>
              <a:t>) for often used requests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Features</a:t>
            </a:r>
          </a:p>
          <a:p>
            <a:r>
              <a:rPr lang="en-US" sz="2000" dirty="0"/>
              <a:t>Creating a function to handle the request of spare part item</a:t>
            </a:r>
          </a:p>
          <a:p>
            <a:r>
              <a:rPr lang="en-US" sz="2000" dirty="0"/>
              <a:t>Model needs to know which branch to query</a:t>
            </a:r>
          </a:p>
        </p:txBody>
      </p:sp>
    </p:spTree>
    <p:extLst>
      <p:ext uri="{BB962C8B-B14F-4D97-AF65-F5344CB8AC3E}">
        <p14:creationId xmlns:p14="http://schemas.microsoft.com/office/powerpoint/2010/main" val="789925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53211-455C-9E55-4690-DEFBC68A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6862" y="3443439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KIBO’s Architecture</a:t>
            </a:r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060" name="Freeform: Shape 2059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2" name="Freeform: Shape 2061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54" name="Picture 6" descr="Google Cloud Platform Logo (GCP)">
            <a:extLst>
              <a:ext uri="{FF2B5EF4-FFF2-40B4-BE49-F238E27FC236}">
                <a16:creationId xmlns:a16="http://schemas.microsoft.com/office/drawing/2014/main" id="{755A5958-AAC2-3F21-3067-CE4D0E9AE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449" y="2533702"/>
            <a:ext cx="4512888" cy="255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321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202962-5468-1C4E-6A98-A0936EC4C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8" y="386349"/>
            <a:ext cx="2880828" cy="13125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Application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54EAF6-57CF-7EAE-5ADA-8325E2D3947F}"/>
              </a:ext>
            </a:extLst>
          </p:cNvPr>
          <p:cNvSpPr txBox="1"/>
          <p:nvPr/>
        </p:nvSpPr>
        <p:spPr>
          <a:xfrm>
            <a:off x="144026" y="1690814"/>
            <a:ext cx="35169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Model Orchestrator : Gemini-2.5-flash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Cloud PostgreSQL (Master Stock)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Cloud Storage Bucket (</a:t>
            </a:r>
            <a:r>
              <a:rPr lang="en-US" dirty="0" err="1">
                <a:solidFill>
                  <a:schemeClr val="bg1"/>
                </a:solidFill>
              </a:rPr>
              <a:t>SparePart</a:t>
            </a:r>
            <a:r>
              <a:rPr lang="en-US" dirty="0">
                <a:solidFill>
                  <a:schemeClr val="bg1"/>
                </a:solidFill>
              </a:rPr>
              <a:t> PDF)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RAG (Agent Search)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Cloud Run (</a:t>
            </a:r>
            <a:r>
              <a:rPr lang="en-US" dirty="0" err="1">
                <a:solidFill>
                  <a:schemeClr val="bg1"/>
                </a:solidFill>
              </a:rPr>
              <a:t>Autoscale</a:t>
            </a:r>
            <a:r>
              <a:rPr lang="en-US" dirty="0">
                <a:solidFill>
                  <a:schemeClr val="bg1"/>
                </a:solidFill>
              </a:rPr>
              <a:t> ; max 5 instance)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10D9C-3176-D8DC-7D6C-407DAA5BD8D8}"/>
              </a:ext>
            </a:extLst>
          </p:cNvPr>
          <p:cNvSpPr txBox="1"/>
          <p:nvPr/>
        </p:nvSpPr>
        <p:spPr>
          <a:xfrm>
            <a:off x="260840" y="4692360"/>
            <a:ext cx="35169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Region: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Deployment (southeast-1)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SQL (southeast-2)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Agent Search (Global)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Storage (southeast-2)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4B4B83-8DE2-8BA1-A710-A2DEC2FB6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96"/>
          <a:stretch>
            <a:fillRect/>
          </a:stretch>
        </p:blipFill>
        <p:spPr>
          <a:xfrm>
            <a:off x="4090940" y="227419"/>
            <a:ext cx="8101060" cy="615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982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ABC33-8F67-426D-51A1-4F9D20EE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74" y="845422"/>
            <a:ext cx="2880828" cy="12145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Application Flow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159B13E-34F6-DF4F-080A-D5C0C1591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88"/>
          <a:stretch>
            <a:fillRect/>
          </a:stretch>
        </p:blipFill>
        <p:spPr>
          <a:xfrm>
            <a:off x="4038602" y="-17820"/>
            <a:ext cx="8153397" cy="68575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B914604-1585-10C1-7449-A212E1EEECAA}"/>
              </a:ext>
            </a:extLst>
          </p:cNvPr>
          <p:cNvSpPr txBox="1"/>
          <p:nvPr/>
        </p:nvSpPr>
        <p:spPr>
          <a:xfrm>
            <a:off x="260839" y="2137546"/>
            <a:ext cx="35169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Tool call :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RAG Search : Utilize agent search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Query SQL : SQL Alchemy query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Orchestrator : Gemini-2.5-flash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Pathway A : RAG Docs + Query SQL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Pathway B : Query SQL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Pathway C : Run without Tool call</a:t>
            </a:r>
          </a:p>
        </p:txBody>
      </p:sp>
    </p:spTree>
    <p:extLst>
      <p:ext uri="{BB962C8B-B14F-4D97-AF65-F5344CB8AC3E}">
        <p14:creationId xmlns:p14="http://schemas.microsoft.com/office/powerpoint/2010/main" val="51851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B67E9F-675F-4316-38F6-31A33E13A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Tech Stack On this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7C2421-C9C3-1A3A-76B7-AE105A4DFA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983068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7729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3FAA49-268A-B957-3953-B9FE4C19D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/>
              <a:t>GCP Services</a:t>
            </a:r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DE479554-E1B4-F55F-24FD-2E3EE00C9C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008208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1691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28D2E2-6D2B-B9B3-18C3-2A9372358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228" y="53307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GCP Monitoring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52FF3BB-B007-48D1-F4A7-32BA584EB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846" y="2465407"/>
            <a:ext cx="5635668" cy="4190036"/>
          </a:xfrm>
        </p:spPr>
        <p:txBody>
          <a:bodyPr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/>
              <a:t>Zero Infrastructure Overhead:</a:t>
            </a:r>
            <a:r>
              <a:rPr lang="en-US" sz="2400" dirty="0"/>
              <a:t> As a fully managed Google service, GCP Monitoring requires no ongoing software updates, security patching, or storage scaling management.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Lower Total Cost of Ownership (TCO):</a:t>
            </a:r>
            <a:r>
              <a:rPr lang="en-US" sz="2400" dirty="0"/>
              <a:t> Reduces fees and infrastructure costs associated with exporting continuous telemetry data out of GCP into an external Grafana setup.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Unified Security &amp; IAM:</a:t>
            </a:r>
            <a:r>
              <a:rPr lang="en-US" sz="2400" dirty="0"/>
              <a:t> Leverages existing Google Cloud IAM roles automatically, preventing the need to manage separate user permissions and credentials across a third-party platform.</a:t>
            </a:r>
          </a:p>
        </p:txBody>
      </p:sp>
      <p:pic>
        <p:nvPicPr>
          <p:cNvPr id="16" name="Picture 15" descr="Illuminated server room panel">
            <a:extLst>
              <a:ext uri="{FF2B5EF4-FFF2-40B4-BE49-F238E27FC236}">
                <a16:creationId xmlns:a16="http://schemas.microsoft.com/office/drawing/2014/main" id="{471C8A1B-8FD9-FB5F-1E99-5F9320927B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34" r="2366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36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46e50ac-242a-4d51-a958-3ecf06262b97}" enabled="1" method="Privileged" siteId="{9f3efc26-eea3-45e0-9a33-bdd96bbc7f6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1141</Words>
  <Application>Microsoft Office PowerPoint</Application>
  <PresentationFormat>Widescreen</PresentationFormat>
  <Paragraphs>197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Google Sans Text</vt:lpstr>
      <vt:lpstr>Wingdings</vt:lpstr>
      <vt:lpstr>Office Theme</vt:lpstr>
      <vt:lpstr>KIBO</vt:lpstr>
      <vt:lpstr>Workshop Real Life Statistic</vt:lpstr>
      <vt:lpstr>A Bottleneck</vt:lpstr>
      <vt:lpstr>Real Life Example</vt:lpstr>
      <vt:lpstr>Solution : KIBO</vt:lpstr>
      <vt:lpstr>How KIBO Works?</vt:lpstr>
      <vt:lpstr>PowerPoint Presentation</vt:lpstr>
      <vt:lpstr>Scope of Project</vt:lpstr>
      <vt:lpstr>Improvement Plan</vt:lpstr>
      <vt:lpstr>ありがとう</vt:lpstr>
      <vt:lpstr>KIBO Business Plan and Implementation</vt:lpstr>
      <vt:lpstr>GCP Cost (Current Project)</vt:lpstr>
      <vt:lpstr>Scalibility and Rollout Strategy</vt:lpstr>
      <vt:lpstr>Implementation Required</vt:lpstr>
      <vt:lpstr>KIBO’s Architecture</vt:lpstr>
      <vt:lpstr>Application Architecture</vt:lpstr>
      <vt:lpstr>Application Flow</vt:lpstr>
      <vt:lpstr>Tech Stack On this Project</vt:lpstr>
      <vt:lpstr>GCP Services</vt:lpstr>
      <vt:lpstr>GCP Monitoring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Geervan Thanra</dc:creator>
  <cp:lastModifiedBy>Geervan Thanra</cp:lastModifiedBy>
  <cp:revision>178</cp:revision>
  <dcterms:created xsi:type="dcterms:W3CDTF">2026-05-29T08:09:22Z</dcterms:created>
  <dcterms:modified xsi:type="dcterms:W3CDTF">2026-06-03T00:57:10Z</dcterms:modified>
</cp:coreProperties>
</file>